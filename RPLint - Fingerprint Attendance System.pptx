
<file path=[Content_Types].xml><?xml version="1.0" encoding="utf-8"?>
<Types xmlns="http://schemas.openxmlformats.org/package/2006/content-types">
  <Default Extension="fntdata" ContentType="application/x-fontdata"/>
  <Default Extension="jfif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6" r:id="rId1"/>
  </p:sldMasterIdLst>
  <p:notesMasterIdLst>
    <p:notesMasterId r:id="rId18"/>
  </p:notesMasterIdLst>
  <p:sldIdLst>
    <p:sldId id="256" r:id="rId2"/>
    <p:sldId id="328" r:id="rId3"/>
    <p:sldId id="317" r:id="rId4"/>
    <p:sldId id="260" r:id="rId5"/>
    <p:sldId id="324" r:id="rId6"/>
    <p:sldId id="274" r:id="rId7"/>
    <p:sldId id="258" r:id="rId8"/>
    <p:sldId id="318" r:id="rId9"/>
    <p:sldId id="319" r:id="rId10"/>
    <p:sldId id="320" r:id="rId11"/>
    <p:sldId id="321" r:id="rId12"/>
    <p:sldId id="326" r:id="rId13"/>
    <p:sldId id="322" r:id="rId14"/>
    <p:sldId id="323" r:id="rId15"/>
    <p:sldId id="327" r:id="rId16"/>
    <p:sldId id="287" r:id="rId17"/>
  </p:sldIdLst>
  <p:sldSz cx="9144000" cy="5143500" type="screen16x9"/>
  <p:notesSz cx="6858000" cy="9144000"/>
  <p:embeddedFontLst>
    <p:embeddedFont>
      <p:font typeface="Josefin Sans" pitchFamily="2" charset="0"/>
      <p:regular r:id="rId19"/>
      <p:bold r:id="rId20"/>
      <p:italic r:id="rId21"/>
      <p:boldItalic r:id="rId22"/>
    </p:embeddedFont>
    <p:embeddedFont>
      <p:font typeface="Josefin Sans Light" pitchFamily="2" charset="0"/>
      <p:regular r:id="rId23"/>
      <p:bold r:id="rId24"/>
      <p:italic r:id="rId25"/>
      <p:boldItalic r:id="rId26"/>
    </p:embeddedFont>
    <p:embeddedFont>
      <p:font typeface="Josefin Sans Medium" panose="020B0604020202020204" charset="0"/>
      <p:regular r:id="rId27"/>
      <p:bold r:id="rId28"/>
      <p:italic r:id="rId29"/>
      <p:boldItalic r:id="rId30"/>
    </p:embeddedFont>
    <p:embeddedFont>
      <p:font typeface="Open Sans" panose="020B0606030504020204" pitchFamily="34" charset="0"/>
      <p:regular r:id="rId31"/>
      <p:bold r:id="rId32"/>
      <p:italic r:id="rId33"/>
      <p:boldItalic r:id="rId34"/>
    </p:embeddedFont>
    <p:embeddedFont>
      <p:font typeface="Roboto Condensed Light" panose="02000000000000000000" pitchFamily="2" charset="0"/>
      <p:regular r:id="rId35"/>
      <p:italic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1E04EE9-23F9-4E34-9AED-1F4606CAF8EE}">
  <a:tblStyle styleId="{81E04EE9-23F9-4E34-9AED-1F4606CAF8E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49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34" Type="http://schemas.openxmlformats.org/officeDocument/2006/relationships/font" Target="fonts/font1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font" Target="fonts/font15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41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font" Target="fonts/font14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36" Type="http://schemas.openxmlformats.org/officeDocument/2006/relationships/font" Target="fonts/font18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font" Target="fonts/font1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35" Type="http://schemas.openxmlformats.org/officeDocument/2006/relationships/font" Target="fonts/font17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jar sya bani" userId="fd089ffb77414795" providerId="LiveId" clId="{E7965A57-F63F-49A9-85ED-F330E39EFC91}"/>
    <pc:docChg chg="modSld">
      <pc:chgData name="fajar sya bani" userId="fd089ffb77414795" providerId="LiveId" clId="{E7965A57-F63F-49A9-85ED-F330E39EFC91}" dt="2024-09-02T06:50:15.144" v="5" actId="14100"/>
      <pc:docMkLst>
        <pc:docMk/>
      </pc:docMkLst>
      <pc:sldChg chg="modSp">
        <pc:chgData name="fajar sya bani" userId="fd089ffb77414795" providerId="LiveId" clId="{E7965A57-F63F-49A9-85ED-F330E39EFC91}" dt="2024-09-02T06:50:15.144" v="5" actId="14100"/>
        <pc:sldMkLst>
          <pc:docMk/>
          <pc:sldMk cId="0" sldId="274"/>
        </pc:sldMkLst>
        <pc:picChg chg="mod">
          <ac:chgData name="fajar sya bani" userId="fd089ffb77414795" providerId="LiveId" clId="{E7965A57-F63F-49A9-85ED-F330E39EFC91}" dt="2024-09-02T06:50:15.144" v="5" actId="14100"/>
          <ac:picMkLst>
            <pc:docMk/>
            <pc:sldMk cId="0" sldId="274"/>
            <ac:picMk id="2050" creationId="{0F9B10BE-1FC3-3DA9-EE48-8D978316E0AD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c788e9a590_0_2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c788e9a590_0_2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244724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c788e9a590_0_1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c788e9a590_0_1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c788e9a590_0_2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c788e9a590_0_2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104553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gc788e9a590_0_3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4" name="Google Shape;774;gc788e9a590_0_3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c95f375b38_3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c95f375b38_3_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c788e9a590_0_2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c788e9a590_0_2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801688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c788e9a590_0_2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c788e9a590_0_2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872774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c788e9a590_0_2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c788e9a590_0_2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142355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c788e9a590_0_5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c788e9a590_0_5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492847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c788e9a590_0_5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c788e9a590_0_5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628624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c788e9a590_0_5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c788e9a590_0_5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153019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" name="Google Shape;1280;gc95f375b38_3_3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1" name="Google Shape;1281;gc95f375b38_3_3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894500" y="588600"/>
            <a:ext cx="5392800" cy="1983300"/>
          </a:xfrm>
          <a:prstGeom prst="rect">
            <a:avLst/>
          </a:prstGeom>
        </p:spPr>
        <p:txBody>
          <a:bodyPr spcFirstLastPara="1" wrap="square" lIns="91425" tIns="20115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Josefin Sans"/>
              <a:buNone/>
              <a:defRPr sz="5200" b="1"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894500" y="2499325"/>
            <a:ext cx="33357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Josefin Sans Light"/>
              <a:buNone/>
              <a:defRPr sz="1800" b="1">
                <a:solidFill>
                  <a:schemeClr val="dk2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542275" y="758250"/>
            <a:ext cx="0" cy="2878500"/>
          </a:xfrm>
          <a:prstGeom prst="straightConnector1">
            <a:avLst/>
          </a:prstGeom>
          <a:noFill/>
          <a:ln w="1143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" name="Google Shape;12;p2"/>
          <p:cNvCxnSpPr/>
          <p:nvPr/>
        </p:nvCxnSpPr>
        <p:spPr>
          <a:xfrm>
            <a:off x="6481100" y="4609950"/>
            <a:ext cx="2544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925750" y="2130662"/>
            <a:ext cx="3173400" cy="110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Font typeface="Josefin Sans"/>
              <a:buNone/>
              <a:defRPr sz="3600" b="1"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title" idx="2" hasCustomPrompt="1"/>
          </p:nvPr>
        </p:nvSpPr>
        <p:spPr>
          <a:xfrm>
            <a:off x="925751" y="1640525"/>
            <a:ext cx="1724100" cy="841800"/>
          </a:xfrm>
          <a:prstGeom prst="rect">
            <a:avLst/>
          </a:prstGeom>
        </p:spPr>
        <p:txBody>
          <a:bodyPr spcFirstLastPara="1" wrap="square" lIns="91425" tIns="0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Josefin Sans"/>
              <a:buNone/>
              <a:defRPr sz="6000" b="1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6000"/>
              <a:buFont typeface="Josefin Sans"/>
              <a:buNone/>
              <a:defRPr sz="6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6000"/>
              <a:buFont typeface="Josefin Sans"/>
              <a:buNone/>
              <a:defRPr sz="6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6000"/>
              <a:buFont typeface="Josefin Sans"/>
              <a:buNone/>
              <a:defRPr sz="6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6000"/>
              <a:buFont typeface="Josefin Sans"/>
              <a:buNone/>
              <a:defRPr sz="6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6000"/>
              <a:buFont typeface="Josefin Sans"/>
              <a:buNone/>
              <a:defRPr sz="6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6000"/>
              <a:buFont typeface="Josefin Sans"/>
              <a:buNone/>
              <a:defRPr sz="6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6000"/>
              <a:buFont typeface="Josefin Sans"/>
              <a:buNone/>
              <a:defRPr sz="6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6000"/>
              <a:buFont typeface="Josefin Sans"/>
              <a:buNone/>
              <a:defRPr sz="6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t>xx%</a:t>
            </a:r>
          </a:p>
        </p:txBody>
      </p:sp>
      <p:sp>
        <p:nvSpPr>
          <p:cNvPr id="16" name="Google Shape;16;p3"/>
          <p:cNvSpPr txBox="1">
            <a:spLocks noGrp="1"/>
          </p:cNvSpPr>
          <p:nvPr>
            <p:ph type="subTitle" idx="1"/>
          </p:nvPr>
        </p:nvSpPr>
        <p:spPr>
          <a:xfrm>
            <a:off x="925750" y="3471400"/>
            <a:ext cx="3027300" cy="55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Josefin Sans Light"/>
              <a:buNone/>
              <a:defRPr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7" name="Google Shape;17;p3"/>
          <p:cNvCxnSpPr/>
          <p:nvPr/>
        </p:nvCxnSpPr>
        <p:spPr>
          <a:xfrm>
            <a:off x="542275" y="1625200"/>
            <a:ext cx="0" cy="2961300"/>
          </a:xfrm>
          <a:prstGeom prst="straightConnector1">
            <a:avLst/>
          </a:prstGeom>
          <a:noFill/>
          <a:ln w="762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" name="Google Shape;18;p3"/>
          <p:cNvCxnSpPr/>
          <p:nvPr/>
        </p:nvCxnSpPr>
        <p:spPr>
          <a:xfrm>
            <a:off x="6481100" y="4609950"/>
            <a:ext cx="2544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Google Shape;19;p3"/>
          <p:cNvSpPr txBox="1"/>
          <p:nvPr/>
        </p:nvSpPr>
        <p:spPr>
          <a:xfrm>
            <a:off x="8439900" y="4609950"/>
            <a:ext cx="5853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 b="1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rPr>
              <a:t>‹#›</a:t>
            </a:fld>
            <a:endParaRPr sz="1100" b="1">
              <a:solidFill>
                <a:schemeClr val="accent1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9"/>
          <p:cNvSpPr txBox="1">
            <a:spLocks noGrp="1"/>
          </p:cNvSpPr>
          <p:nvPr>
            <p:ph type="title"/>
          </p:nvPr>
        </p:nvSpPr>
        <p:spPr>
          <a:xfrm>
            <a:off x="692450" y="913800"/>
            <a:ext cx="3796500" cy="4905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Font typeface="Josefin Sans"/>
              <a:buNone/>
              <a:defRPr sz="3600" b="1"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subTitle" idx="1"/>
          </p:nvPr>
        </p:nvSpPr>
        <p:spPr>
          <a:xfrm>
            <a:off x="3644450" y="1652275"/>
            <a:ext cx="3384000" cy="2350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AutoNum type="arabicPeriod"/>
              <a:defRPr sz="16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title" idx="2"/>
          </p:nvPr>
        </p:nvSpPr>
        <p:spPr>
          <a:xfrm>
            <a:off x="146725" y="4789139"/>
            <a:ext cx="3027300" cy="2292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"/>
              <a:buFont typeface="Josefin Sans"/>
              <a:buNone/>
              <a:defRPr sz="800" b="1"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title" idx="3" hasCustomPrompt="1"/>
          </p:nvPr>
        </p:nvSpPr>
        <p:spPr>
          <a:xfrm>
            <a:off x="146725" y="4719850"/>
            <a:ext cx="1689000" cy="1605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Josefin Sans"/>
              <a:buNone/>
              <a:defRPr sz="1900" b="1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4000"/>
              <a:buFont typeface="Josefin Sans"/>
              <a:buNone/>
              <a:defRPr sz="4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4000"/>
              <a:buFont typeface="Josefin Sans"/>
              <a:buNone/>
              <a:defRPr sz="4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4000"/>
              <a:buFont typeface="Josefin Sans"/>
              <a:buNone/>
              <a:defRPr sz="4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4000"/>
              <a:buFont typeface="Josefin Sans"/>
              <a:buNone/>
              <a:defRPr sz="4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4000"/>
              <a:buFont typeface="Josefin Sans"/>
              <a:buNone/>
              <a:defRPr sz="4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4000"/>
              <a:buFont typeface="Josefin Sans"/>
              <a:buNone/>
              <a:defRPr sz="4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4000"/>
              <a:buFont typeface="Josefin Sans"/>
              <a:buNone/>
              <a:defRPr sz="4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4000"/>
              <a:buFont typeface="Josefin Sans"/>
              <a:buNone/>
              <a:defRPr sz="4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t>xx%</a:t>
            </a:r>
          </a:p>
        </p:txBody>
      </p:sp>
      <p:cxnSp>
        <p:nvCxnSpPr>
          <p:cNvPr id="65" name="Google Shape;65;p9"/>
          <p:cNvCxnSpPr/>
          <p:nvPr/>
        </p:nvCxnSpPr>
        <p:spPr>
          <a:xfrm rot="10800000">
            <a:off x="241206" y="4608973"/>
            <a:ext cx="12096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6" name="Google Shape;66;p9"/>
          <p:cNvCxnSpPr/>
          <p:nvPr/>
        </p:nvCxnSpPr>
        <p:spPr>
          <a:xfrm>
            <a:off x="6481100" y="4609950"/>
            <a:ext cx="2544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7" name="Google Shape;67;p9"/>
          <p:cNvSpPr txBox="1"/>
          <p:nvPr/>
        </p:nvSpPr>
        <p:spPr>
          <a:xfrm>
            <a:off x="8439900" y="4609950"/>
            <a:ext cx="5853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 b="1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rPr>
              <a:t>‹#›</a:t>
            </a:fld>
            <a:endParaRPr sz="1100" b="1">
              <a:solidFill>
                <a:schemeClr val="accent1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cxnSp>
        <p:nvCxnSpPr>
          <p:cNvPr id="68" name="Google Shape;68;p9"/>
          <p:cNvCxnSpPr/>
          <p:nvPr/>
        </p:nvCxnSpPr>
        <p:spPr>
          <a:xfrm>
            <a:off x="737600" y="701450"/>
            <a:ext cx="2710500" cy="0"/>
          </a:xfrm>
          <a:prstGeom prst="straightConnector1">
            <a:avLst/>
          </a:prstGeom>
          <a:noFill/>
          <a:ln w="762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1"/>
          <p:cNvSpPr txBox="1">
            <a:spLocks noGrp="1"/>
          </p:cNvSpPr>
          <p:nvPr>
            <p:ph type="title"/>
          </p:nvPr>
        </p:nvSpPr>
        <p:spPr>
          <a:xfrm>
            <a:off x="146725" y="4789139"/>
            <a:ext cx="3027300" cy="2292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"/>
              <a:buFont typeface="Josefin Sans"/>
              <a:buNone/>
              <a:defRPr sz="800" b="1"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title" idx="2" hasCustomPrompt="1"/>
          </p:nvPr>
        </p:nvSpPr>
        <p:spPr>
          <a:xfrm>
            <a:off x="146725" y="4719850"/>
            <a:ext cx="1689000" cy="1605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Josefin Sans"/>
              <a:buNone/>
              <a:defRPr sz="1900" b="1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4000"/>
              <a:buFont typeface="Josefin Sans"/>
              <a:buNone/>
              <a:defRPr sz="4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4000"/>
              <a:buFont typeface="Josefin Sans"/>
              <a:buNone/>
              <a:defRPr sz="4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4000"/>
              <a:buFont typeface="Josefin Sans"/>
              <a:buNone/>
              <a:defRPr sz="4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4000"/>
              <a:buFont typeface="Josefin Sans"/>
              <a:buNone/>
              <a:defRPr sz="4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4000"/>
              <a:buFont typeface="Josefin Sans"/>
              <a:buNone/>
              <a:defRPr sz="4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4000"/>
              <a:buFont typeface="Josefin Sans"/>
              <a:buNone/>
              <a:defRPr sz="4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4000"/>
              <a:buFont typeface="Josefin Sans"/>
              <a:buNone/>
              <a:defRPr sz="4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4000"/>
              <a:buFont typeface="Josefin Sans"/>
              <a:buNone/>
              <a:defRPr sz="4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t>xx%</a:t>
            </a:r>
          </a:p>
        </p:txBody>
      </p:sp>
      <p:cxnSp>
        <p:nvCxnSpPr>
          <p:cNvPr id="76" name="Google Shape;76;p11"/>
          <p:cNvCxnSpPr/>
          <p:nvPr/>
        </p:nvCxnSpPr>
        <p:spPr>
          <a:xfrm rot="10800000">
            <a:off x="241206" y="4608973"/>
            <a:ext cx="12096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7" name="Google Shape;77;p11"/>
          <p:cNvSpPr txBox="1">
            <a:spLocks noGrp="1"/>
          </p:cNvSpPr>
          <p:nvPr>
            <p:ph type="subTitle" idx="1"/>
          </p:nvPr>
        </p:nvSpPr>
        <p:spPr>
          <a:xfrm>
            <a:off x="1835950" y="2628600"/>
            <a:ext cx="4772100" cy="2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Josefin Sans"/>
              <a:buNone/>
              <a:defRPr sz="18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8" name="Google Shape;78;p11"/>
          <p:cNvSpPr txBox="1">
            <a:spLocks noGrp="1"/>
          </p:cNvSpPr>
          <p:nvPr>
            <p:ph type="title" idx="3" hasCustomPrompt="1"/>
          </p:nvPr>
        </p:nvSpPr>
        <p:spPr>
          <a:xfrm>
            <a:off x="1835725" y="1786800"/>
            <a:ext cx="5837100" cy="841800"/>
          </a:xfrm>
          <a:prstGeom prst="rect">
            <a:avLst/>
          </a:prstGeom>
        </p:spPr>
        <p:txBody>
          <a:bodyPr spcFirstLastPara="1" wrap="square" lIns="91425" tIns="0" rIns="91425" bIns="91425" anchor="b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Josefin Sans"/>
              <a:buNone/>
              <a:defRPr sz="71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6000"/>
              <a:buFont typeface="Josefin Sans"/>
              <a:buNone/>
              <a:defRPr sz="6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6000"/>
              <a:buFont typeface="Josefin Sans"/>
              <a:buNone/>
              <a:defRPr sz="6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6000"/>
              <a:buFont typeface="Josefin Sans"/>
              <a:buNone/>
              <a:defRPr sz="6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6000"/>
              <a:buFont typeface="Josefin Sans"/>
              <a:buNone/>
              <a:defRPr sz="6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6000"/>
              <a:buFont typeface="Josefin Sans"/>
              <a:buNone/>
              <a:defRPr sz="6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6000"/>
              <a:buFont typeface="Josefin Sans"/>
              <a:buNone/>
              <a:defRPr sz="6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6000"/>
              <a:buFont typeface="Josefin Sans"/>
              <a:buNone/>
              <a:defRPr sz="6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6000"/>
              <a:buFont typeface="Josefin Sans"/>
              <a:buNone/>
              <a:defRPr sz="6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t>xx%</a:t>
            </a:r>
          </a:p>
        </p:txBody>
      </p:sp>
      <p:cxnSp>
        <p:nvCxnSpPr>
          <p:cNvPr id="79" name="Google Shape;79;p11"/>
          <p:cNvCxnSpPr/>
          <p:nvPr/>
        </p:nvCxnSpPr>
        <p:spPr>
          <a:xfrm>
            <a:off x="6481100" y="4609950"/>
            <a:ext cx="2544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0" name="Google Shape;80;p11"/>
          <p:cNvSpPr txBox="1"/>
          <p:nvPr/>
        </p:nvSpPr>
        <p:spPr>
          <a:xfrm>
            <a:off x="8439900" y="4609950"/>
            <a:ext cx="5853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 b="1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rPr>
              <a:t>‹#›</a:t>
            </a:fld>
            <a:endParaRPr sz="1100" b="1">
              <a:solidFill>
                <a:schemeClr val="accent1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1835950" y="1276675"/>
            <a:ext cx="2710500" cy="0"/>
          </a:xfrm>
          <a:prstGeom prst="straightConnector1">
            <a:avLst/>
          </a:prstGeom>
          <a:noFill/>
          <a:ln w="762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2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4" name="Google Shape;84;p13"/>
          <p:cNvCxnSpPr/>
          <p:nvPr/>
        </p:nvCxnSpPr>
        <p:spPr>
          <a:xfrm>
            <a:off x="-14031" y="1217264"/>
            <a:ext cx="3594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5" name="Google Shape;85;p13"/>
          <p:cNvSpPr txBox="1">
            <a:spLocks noGrp="1"/>
          </p:cNvSpPr>
          <p:nvPr>
            <p:ph type="title"/>
          </p:nvPr>
        </p:nvSpPr>
        <p:spPr>
          <a:xfrm>
            <a:off x="1697700" y="1738964"/>
            <a:ext cx="29631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Josefin Sans"/>
              <a:buNone/>
              <a:defRPr sz="1800" b="1"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Josefin Sans"/>
              <a:buNone/>
              <a:defRPr sz="2400" b="1"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Josefin Sans"/>
              <a:buNone/>
              <a:defRPr sz="2400" b="1"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Josefin Sans"/>
              <a:buNone/>
              <a:defRPr sz="2400" b="1"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Josefin Sans"/>
              <a:buNone/>
              <a:defRPr sz="2400" b="1"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Josefin Sans"/>
              <a:buNone/>
              <a:defRPr sz="2400" b="1"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Josefin Sans"/>
              <a:buNone/>
              <a:defRPr sz="2400" b="1"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Josefin Sans"/>
              <a:buNone/>
              <a:defRPr sz="2400" b="1"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Josefin Sans"/>
              <a:buNone/>
              <a:defRPr sz="2400" b="1"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endParaRPr/>
          </a:p>
        </p:txBody>
      </p:sp>
      <p:sp>
        <p:nvSpPr>
          <p:cNvPr id="86" name="Google Shape;86;p13">
            <a:hlinkClick r:id="rId2" action="ppaction://hlinksldjump"/>
          </p:cNvPr>
          <p:cNvSpPr txBox="1">
            <a:spLocks noGrp="1"/>
          </p:cNvSpPr>
          <p:nvPr>
            <p:ph type="title" idx="2" hasCustomPrompt="1"/>
          </p:nvPr>
        </p:nvSpPr>
        <p:spPr>
          <a:xfrm>
            <a:off x="1121625" y="1673264"/>
            <a:ext cx="576000" cy="59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Josefin Sans"/>
              <a:buNone/>
              <a:defRPr sz="3000" b="1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Josefin Sans"/>
              <a:buNone/>
              <a:defRPr sz="3000" b="1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Josefin Sans"/>
              <a:buNone/>
              <a:defRPr sz="3000" b="1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Josefin Sans"/>
              <a:buNone/>
              <a:defRPr sz="3000" b="1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Josefin Sans"/>
              <a:buNone/>
              <a:defRPr sz="3000" b="1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Josefin Sans"/>
              <a:buNone/>
              <a:defRPr sz="3000" b="1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Josefin Sans"/>
              <a:buNone/>
              <a:defRPr sz="3000" b="1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Josefin Sans"/>
              <a:buNone/>
              <a:defRPr sz="3000" b="1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Josefin Sans"/>
              <a:buNone/>
              <a:defRPr sz="3000" b="1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t>xx%</a:t>
            </a:r>
          </a:p>
        </p:txBody>
      </p:sp>
      <p:sp>
        <p:nvSpPr>
          <p:cNvPr id="87" name="Google Shape;87;p13"/>
          <p:cNvSpPr txBox="1">
            <a:spLocks noGrp="1"/>
          </p:cNvSpPr>
          <p:nvPr>
            <p:ph type="subTitle" idx="1"/>
          </p:nvPr>
        </p:nvSpPr>
        <p:spPr>
          <a:xfrm>
            <a:off x="1697700" y="2264648"/>
            <a:ext cx="2712300" cy="6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"/>
              <a:buNone/>
              <a:defRPr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"/>
              <a:buNone/>
              <a:defRPr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"/>
              <a:buNone/>
              <a:defRPr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"/>
              <a:buNone/>
              <a:defRPr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"/>
              <a:buNone/>
              <a:defRPr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"/>
              <a:buNone/>
              <a:defRPr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"/>
              <a:buNone/>
              <a:defRPr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"/>
              <a:buNone/>
              <a:defRPr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"/>
              <a:buNone/>
              <a:defRPr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title" idx="3"/>
          </p:nvPr>
        </p:nvSpPr>
        <p:spPr>
          <a:xfrm>
            <a:off x="1697700" y="3185564"/>
            <a:ext cx="29631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Josefin Sans"/>
              <a:buNone/>
              <a:defRPr sz="1800" b="1"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Josefin Sans"/>
              <a:buNone/>
              <a:defRPr sz="2400" b="1"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Josefin Sans"/>
              <a:buNone/>
              <a:defRPr sz="2400" b="1"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Josefin Sans"/>
              <a:buNone/>
              <a:defRPr sz="2400" b="1"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Josefin Sans"/>
              <a:buNone/>
              <a:defRPr sz="2400" b="1"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Josefin Sans"/>
              <a:buNone/>
              <a:defRPr sz="2400" b="1"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Josefin Sans"/>
              <a:buNone/>
              <a:defRPr sz="2400" b="1"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Josefin Sans"/>
              <a:buNone/>
              <a:defRPr sz="2400" b="1"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Josefin Sans"/>
              <a:buNone/>
              <a:defRPr sz="2400" b="1"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title" idx="4" hasCustomPrompt="1"/>
          </p:nvPr>
        </p:nvSpPr>
        <p:spPr>
          <a:xfrm>
            <a:off x="1121600" y="3119864"/>
            <a:ext cx="576000" cy="59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Josefin Sans"/>
              <a:buNone/>
              <a:defRPr sz="3000" b="1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Josefin Sans"/>
              <a:buNone/>
              <a:defRPr sz="3000" b="1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Josefin Sans"/>
              <a:buNone/>
              <a:defRPr sz="3000" b="1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Josefin Sans"/>
              <a:buNone/>
              <a:defRPr sz="3000" b="1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Josefin Sans"/>
              <a:buNone/>
              <a:defRPr sz="3000" b="1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Josefin Sans"/>
              <a:buNone/>
              <a:defRPr sz="3000" b="1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Josefin Sans"/>
              <a:buNone/>
              <a:defRPr sz="3000" b="1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Josefin Sans"/>
              <a:buNone/>
              <a:defRPr sz="3000" b="1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Josefin Sans"/>
              <a:buNone/>
              <a:defRPr sz="3000" b="1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t>xx%</a:t>
            </a:r>
          </a:p>
        </p:txBody>
      </p:sp>
      <p:sp>
        <p:nvSpPr>
          <p:cNvPr id="90" name="Google Shape;90;p13"/>
          <p:cNvSpPr txBox="1">
            <a:spLocks noGrp="1"/>
          </p:cNvSpPr>
          <p:nvPr>
            <p:ph type="subTitle" idx="5"/>
          </p:nvPr>
        </p:nvSpPr>
        <p:spPr>
          <a:xfrm>
            <a:off x="1697700" y="3711255"/>
            <a:ext cx="2712300" cy="6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"/>
              <a:buNone/>
              <a:defRPr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"/>
              <a:buNone/>
              <a:defRPr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"/>
              <a:buNone/>
              <a:defRPr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"/>
              <a:buNone/>
              <a:defRPr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"/>
              <a:buNone/>
              <a:defRPr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"/>
              <a:buNone/>
              <a:defRPr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"/>
              <a:buNone/>
              <a:defRPr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"/>
              <a:buNone/>
              <a:defRPr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"/>
              <a:buNone/>
              <a:defRPr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title" idx="6"/>
          </p:nvPr>
        </p:nvSpPr>
        <p:spPr>
          <a:xfrm>
            <a:off x="5662500" y="1738964"/>
            <a:ext cx="29631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Josefin Sans"/>
              <a:buNone/>
              <a:defRPr sz="1800" b="1"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Josefin Sans"/>
              <a:buNone/>
              <a:defRPr sz="2400" b="1"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Josefin Sans"/>
              <a:buNone/>
              <a:defRPr sz="2400" b="1"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Josefin Sans"/>
              <a:buNone/>
              <a:defRPr sz="2400" b="1"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Josefin Sans"/>
              <a:buNone/>
              <a:defRPr sz="2400" b="1"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Josefin Sans"/>
              <a:buNone/>
              <a:defRPr sz="2400" b="1"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Josefin Sans"/>
              <a:buNone/>
              <a:defRPr sz="2400" b="1"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Josefin Sans"/>
              <a:buNone/>
              <a:defRPr sz="2400" b="1"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Josefin Sans"/>
              <a:buNone/>
              <a:defRPr sz="2400" b="1"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endParaRPr/>
          </a:p>
        </p:txBody>
      </p:sp>
      <p:sp>
        <p:nvSpPr>
          <p:cNvPr id="92" name="Google Shape;92;p13"/>
          <p:cNvSpPr txBox="1">
            <a:spLocks noGrp="1"/>
          </p:cNvSpPr>
          <p:nvPr>
            <p:ph type="title" idx="7" hasCustomPrompt="1"/>
          </p:nvPr>
        </p:nvSpPr>
        <p:spPr>
          <a:xfrm>
            <a:off x="5086400" y="1673264"/>
            <a:ext cx="576000" cy="59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Josefin Sans"/>
              <a:buNone/>
              <a:defRPr sz="3000" b="1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Josefin Sans"/>
              <a:buNone/>
              <a:defRPr sz="3000" b="1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Josefin Sans"/>
              <a:buNone/>
              <a:defRPr sz="3000" b="1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Josefin Sans"/>
              <a:buNone/>
              <a:defRPr sz="3000" b="1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Josefin Sans"/>
              <a:buNone/>
              <a:defRPr sz="3000" b="1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Josefin Sans"/>
              <a:buNone/>
              <a:defRPr sz="3000" b="1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Josefin Sans"/>
              <a:buNone/>
              <a:defRPr sz="3000" b="1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Josefin Sans"/>
              <a:buNone/>
              <a:defRPr sz="3000" b="1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Josefin Sans"/>
              <a:buNone/>
              <a:defRPr sz="3000" b="1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t>xx%</a:t>
            </a:r>
          </a:p>
        </p:txBody>
      </p:sp>
      <p:sp>
        <p:nvSpPr>
          <p:cNvPr id="93" name="Google Shape;93;p13"/>
          <p:cNvSpPr txBox="1">
            <a:spLocks noGrp="1"/>
          </p:cNvSpPr>
          <p:nvPr>
            <p:ph type="subTitle" idx="8"/>
          </p:nvPr>
        </p:nvSpPr>
        <p:spPr>
          <a:xfrm>
            <a:off x="5662500" y="2264648"/>
            <a:ext cx="2712300" cy="6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"/>
              <a:buNone/>
              <a:defRPr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"/>
              <a:buNone/>
              <a:defRPr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"/>
              <a:buNone/>
              <a:defRPr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"/>
              <a:buNone/>
              <a:defRPr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"/>
              <a:buNone/>
              <a:defRPr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"/>
              <a:buNone/>
              <a:defRPr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"/>
              <a:buNone/>
              <a:defRPr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"/>
              <a:buNone/>
              <a:defRPr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"/>
              <a:buNone/>
              <a:defRPr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endParaRPr/>
          </a:p>
        </p:txBody>
      </p:sp>
      <p:sp>
        <p:nvSpPr>
          <p:cNvPr id="94" name="Google Shape;94;p13"/>
          <p:cNvSpPr txBox="1">
            <a:spLocks noGrp="1"/>
          </p:cNvSpPr>
          <p:nvPr>
            <p:ph type="title" idx="9"/>
          </p:nvPr>
        </p:nvSpPr>
        <p:spPr>
          <a:xfrm>
            <a:off x="5662500" y="3185564"/>
            <a:ext cx="29631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Josefin Sans"/>
              <a:buNone/>
              <a:defRPr sz="1800" b="1"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Josefin Sans"/>
              <a:buNone/>
              <a:defRPr sz="2400" b="1"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Josefin Sans"/>
              <a:buNone/>
              <a:defRPr sz="2400" b="1"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Josefin Sans"/>
              <a:buNone/>
              <a:defRPr sz="2400" b="1"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Josefin Sans"/>
              <a:buNone/>
              <a:defRPr sz="2400" b="1"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Josefin Sans"/>
              <a:buNone/>
              <a:defRPr sz="2400" b="1"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Josefin Sans"/>
              <a:buNone/>
              <a:defRPr sz="2400" b="1"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Josefin Sans"/>
              <a:buNone/>
              <a:defRPr sz="2400" b="1"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Josefin Sans"/>
              <a:buNone/>
              <a:defRPr sz="2400" b="1"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endParaRPr/>
          </a:p>
        </p:txBody>
      </p:sp>
      <p:sp>
        <p:nvSpPr>
          <p:cNvPr id="95" name="Google Shape;95;p13"/>
          <p:cNvSpPr txBox="1">
            <a:spLocks noGrp="1"/>
          </p:cNvSpPr>
          <p:nvPr>
            <p:ph type="title" idx="13" hasCustomPrompt="1"/>
          </p:nvPr>
        </p:nvSpPr>
        <p:spPr>
          <a:xfrm>
            <a:off x="5087456" y="3119864"/>
            <a:ext cx="576000" cy="59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Josefin Sans"/>
              <a:buNone/>
              <a:defRPr sz="3000" b="1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Josefin Sans"/>
              <a:buNone/>
              <a:defRPr sz="3000" b="1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Josefin Sans"/>
              <a:buNone/>
              <a:defRPr sz="3000" b="1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Josefin Sans"/>
              <a:buNone/>
              <a:defRPr sz="3000" b="1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Josefin Sans"/>
              <a:buNone/>
              <a:defRPr sz="3000" b="1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Josefin Sans"/>
              <a:buNone/>
              <a:defRPr sz="3000" b="1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Josefin Sans"/>
              <a:buNone/>
              <a:defRPr sz="3000" b="1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Josefin Sans"/>
              <a:buNone/>
              <a:defRPr sz="3000" b="1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Josefin Sans"/>
              <a:buNone/>
              <a:defRPr sz="3000" b="1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t>xx%</a:t>
            </a:r>
          </a:p>
        </p:txBody>
      </p:sp>
      <p:sp>
        <p:nvSpPr>
          <p:cNvPr id="96" name="Google Shape;96;p13"/>
          <p:cNvSpPr txBox="1">
            <a:spLocks noGrp="1"/>
          </p:cNvSpPr>
          <p:nvPr>
            <p:ph type="subTitle" idx="14"/>
          </p:nvPr>
        </p:nvSpPr>
        <p:spPr>
          <a:xfrm>
            <a:off x="5662500" y="3711255"/>
            <a:ext cx="2712300" cy="6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"/>
              <a:buNone/>
              <a:defRPr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"/>
              <a:buNone/>
              <a:defRPr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"/>
              <a:buNone/>
              <a:defRPr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"/>
              <a:buNone/>
              <a:defRPr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"/>
              <a:buNone/>
              <a:defRPr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"/>
              <a:buNone/>
              <a:defRPr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"/>
              <a:buNone/>
              <a:defRPr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"/>
              <a:buNone/>
              <a:defRPr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"/>
              <a:buNone/>
              <a:defRPr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endParaRPr/>
          </a:p>
        </p:txBody>
      </p:sp>
      <p:sp>
        <p:nvSpPr>
          <p:cNvPr id="97" name="Google Shape;97;p13"/>
          <p:cNvSpPr txBox="1">
            <a:spLocks noGrp="1"/>
          </p:cNvSpPr>
          <p:nvPr>
            <p:ph type="title" idx="15"/>
          </p:nvPr>
        </p:nvSpPr>
        <p:spPr>
          <a:xfrm>
            <a:off x="1470900" y="476534"/>
            <a:ext cx="6202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Font typeface="Josefin Sans"/>
              <a:buNone/>
              <a:defRPr b="1"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98" name="Google Shape;98;p13"/>
          <p:cNvCxnSpPr/>
          <p:nvPr/>
        </p:nvCxnSpPr>
        <p:spPr>
          <a:xfrm>
            <a:off x="6481100" y="4609950"/>
            <a:ext cx="2544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9" name="Google Shape;99;p13"/>
          <p:cNvSpPr txBox="1"/>
          <p:nvPr/>
        </p:nvSpPr>
        <p:spPr>
          <a:xfrm>
            <a:off x="8439900" y="4609950"/>
            <a:ext cx="5853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 b="1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rPr>
              <a:t>‹#›</a:t>
            </a:fld>
            <a:endParaRPr sz="1100" b="1">
              <a:solidFill>
                <a:schemeClr val="accent1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_TITLE_AND_DESCRIPTION_1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5"/>
          <p:cNvSpPr txBox="1">
            <a:spLocks noGrp="1"/>
          </p:cNvSpPr>
          <p:nvPr>
            <p:ph type="title"/>
          </p:nvPr>
        </p:nvSpPr>
        <p:spPr>
          <a:xfrm>
            <a:off x="5292000" y="2212804"/>
            <a:ext cx="3173400" cy="55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Font typeface="Josefin Sans"/>
              <a:buNone/>
              <a:defRPr b="1"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11" name="Google Shape;111;p15"/>
          <p:cNvSpPr txBox="1">
            <a:spLocks noGrp="1"/>
          </p:cNvSpPr>
          <p:nvPr>
            <p:ph type="title" idx="2" hasCustomPrompt="1"/>
          </p:nvPr>
        </p:nvSpPr>
        <p:spPr>
          <a:xfrm>
            <a:off x="5292001" y="1625200"/>
            <a:ext cx="1724100" cy="841800"/>
          </a:xfrm>
          <a:prstGeom prst="rect">
            <a:avLst/>
          </a:prstGeom>
        </p:spPr>
        <p:txBody>
          <a:bodyPr spcFirstLastPara="1" wrap="square" lIns="91425" tIns="0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Josefin Sans"/>
              <a:buNone/>
              <a:defRPr sz="6000" b="1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6000"/>
              <a:buFont typeface="Josefin Sans"/>
              <a:buNone/>
              <a:defRPr sz="6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6000"/>
              <a:buFont typeface="Josefin Sans"/>
              <a:buNone/>
              <a:defRPr sz="6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6000"/>
              <a:buFont typeface="Josefin Sans"/>
              <a:buNone/>
              <a:defRPr sz="6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6000"/>
              <a:buFont typeface="Josefin Sans"/>
              <a:buNone/>
              <a:defRPr sz="6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6000"/>
              <a:buFont typeface="Josefin Sans"/>
              <a:buNone/>
              <a:defRPr sz="6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6000"/>
              <a:buFont typeface="Josefin Sans"/>
              <a:buNone/>
              <a:defRPr sz="6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6000"/>
              <a:buFont typeface="Josefin Sans"/>
              <a:buNone/>
              <a:defRPr sz="6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6000"/>
              <a:buFont typeface="Josefin Sans"/>
              <a:buNone/>
              <a:defRPr sz="6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t>xx%</a:t>
            </a:r>
          </a:p>
        </p:txBody>
      </p:sp>
      <p:sp>
        <p:nvSpPr>
          <p:cNvPr id="112" name="Google Shape;112;p15"/>
          <p:cNvSpPr txBox="1">
            <a:spLocks noGrp="1"/>
          </p:cNvSpPr>
          <p:nvPr>
            <p:ph type="subTitle" idx="1"/>
          </p:nvPr>
        </p:nvSpPr>
        <p:spPr>
          <a:xfrm>
            <a:off x="5292000" y="3455823"/>
            <a:ext cx="3027300" cy="55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Josefin Sans Light"/>
              <a:buNone/>
              <a:defRPr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13" name="Google Shape;113;p15"/>
          <p:cNvCxnSpPr/>
          <p:nvPr/>
        </p:nvCxnSpPr>
        <p:spPr>
          <a:xfrm>
            <a:off x="6481100" y="4609950"/>
            <a:ext cx="2544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4" name="Google Shape;114;p15"/>
          <p:cNvSpPr txBox="1"/>
          <p:nvPr/>
        </p:nvSpPr>
        <p:spPr>
          <a:xfrm>
            <a:off x="8439900" y="4609950"/>
            <a:ext cx="5853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 b="1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rPr>
              <a:t>‹#›</a:t>
            </a:fld>
            <a:endParaRPr sz="1100" b="1">
              <a:solidFill>
                <a:schemeClr val="accent1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SECTION_HEADER_1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6"/>
          <p:cNvSpPr txBox="1">
            <a:spLocks noGrp="1"/>
          </p:cNvSpPr>
          <p:nvPr>
            <p:ph type="title"/>
          </p:nvPr>
        </p:nvSpPr>
        <p:spPr>
          <a:xfrm>
            <a:off x="925750" y="1786400"/>
            <a:ext cx="5151600" cy="9405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0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68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17" name="Google Shape;117;p16"/>
          <p:cNvSpPr txBox="1">
            <a:spLocks noGrp="1"/>
          </p:cNvSpPr>
          <p:nvPr>
            <p:ph type="subTitle" idx="1"/>
          </p:nvPr>
        </p:nvSpPr>
        <p:spPr>
          <a:xfrm>
            <a:off x="925748" y="2726900"/>
            <a:ext cx="5151600" cy="1025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lvl1pPr marL="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cxnSp>
        <p:nvCxnSpPr>
          <p:cNvPr id="118" name="Google Shape;118;p16"/>
          <p:cNvCxnSpPr/>
          <p:nvPr/>
        </p:nvCxnSpPr>
        <p:spPr>
          <a:xfrm>
            <a:off x="542275" y="1625200"/>
            <a:ext cx="0" cy="2710500"/>
          </a:xfrm>
          <a:prstGeom prst="straightConnector1">
            <a:avLst/>
          </a:prstGeom>
          <a:noFill/>
          <a:ln w="762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9" name="Google Shape;119;p16"/>
          <p:cNvCxnSpPr/>
          <p:nvPr/>
        </p:nvCxnSpPr>
        <p:spPr>
          <a:xfrm>
            <a:off x="6481100" y="4609950"/>
            <a:ext cx="2544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0" name="Google Shape;120;p16"/>
          <p:cNvSpPr txBox="1"/>
          <p:nvPr/>
        </p:nvSpPr>
        <p:spPr>
          <a:xfrm>
            <a:off x="8439900" y="4609950"/>
            <a:ext cx="5853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 b="1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rPr>
              <a:t>‹#›</a:t>
            </a:fld>
            <a:endParaRPr sz="1100" b="1">
              <a:solidFill>
                <a:schemeClr val="accent1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8"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6"/>
          <p:cNvSpPr/>
          <p:nvPr/>
        </p:nvSpPr>
        <p:spPr>
          <a:xfrm>
            <a:off x="6481100" y="-39600"/>
            <a:ext cx="2701200" cy="253740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D0000"/>
              </a:solidFill>
            </a:endParaRPr>
          </a:p>
        </p:txBody>
      </p:sp>
      <p:cxnSp>
        <p:nvCxnSpPr>
          <p:cNvPr id="304" name="Google Shape;304;p36"/>
          <p:cNvCxnSpPr/>
          <p:nvPr/>
        </p:nvCxnSpPr>
        <p:spPr>
          <a:xfrm>
            <a:off x="525225" y="441500"/>
            <a:ext cx="0" cy="2710500"/>
          </a:xfrm>
          <a:prstGeom prst="straightConnector1">
            <a:avLst/>
          </a:prstGeom>
          <a:noFill/>
          <a:ln w="762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5" name="Google Shape;305;p36"/>
          <p:cNvCxnSpPr/>
          <p:nvPr/>
        </p:nvCxnSpPr>
        <p:spPr>
          <a:xfrm>
            <a:off x="6481100" y="4609950"/>
            <a:ext cx="2544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8_1"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7"/>
          <p:cNvSpPr/>
          <p:nvPr/>
        </p:nvSpPr>
        <p:spPr>
          <a:xfrm>
            <a:off x="-159275" y="1563300"/>
            <a:ext cx="1591500" cy="396210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D0000"/>
              </a:solidFill>
            </a:endParaRPr>
          </a:p>
        </p:txBody>
      </p:sp>
      <p:cxnSp>
        <p:nvCxnSpPr>
          <p:cNvPr id="308" name="Google Shape;308;p37"/>
          <p:cNvCxnSpPr/>
          <p:nvPr/>
        </p:nvCxnSpPr>
        <p:spPr>
          <a:xfrm rot="10800000">
            <a:off x="986725" y="1327650"/>
            <a:ext cx="445500" cy="0"/>
          </a:xfrm>
          <a:prstGeom prst="straightConnector1">
            <a:avLst/>
          </a:prstGeom>
          <a:noFill/>
          <a:ln w="762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9" name="Google Shape;309;p37"/>
          <p:cNvCxnSpPr/>
          <p:nvPr/>
        </p:nvCxnSpPr>
        <p:spPr>
          <a:xfrm>
            <a:off x="6481100" y="4609950"/>
            <a:ext cx="2544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79200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284225" y="115935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182875" anchor="t" anchorCtr="0">
            <a:noAutofit/>
          </a:bodyPr>
          <a:lstStyle>
            <a:lvl1pPr marL="457200" lvl="0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Josefin Sans Medium"/>
              <a:buChar char="●"/>
              <a:defRPr sz="1800">
                <a:solidFill>
                  <a:schemeClr val="dk1"/>
                </a:solidFill>
                <a:latin typeface="Josefin Sans Medium"/>
                <a:ea typeface="Josefin Sans Medium"/>
                <a:cs typeface="Josefin Sans Medium"/>
                <a:sym typeface="Josefin Sans Medium"/>
              </a:defRPr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"/>
              <a:buChar char="○"/>
              <a:defRPr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 Light"/>
              <a:buChar char="■"/>
              <a:defRPr>
                <a:solidFill>
                  <a:schemeClr val="dk1"/>
                </a:solidFill>
                <a:latin typeface="Josefin Sans Light"/>
                <a:ea typeface="Josefin Sans Light"/>
                <a:cs typeface="Josefin Sans Light"/>
                <a:sym typeface="Josefin Sans Light"/>
              </a:defRPr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 ExtraLight"/>
              <a:buChar char="●"/>
              <a:defRPr>
                <a:solidFill>
                  <a:schemeClr val="dk1"/>
                </a:solidFill>
                <a:latin typeface="Josefin Sans ExtraLight"/>
                <a:ea typeface="Josefin Sans ExtraLight"/>
                <a:cs typeface="Josefin Sans ExtraLight"/>
                <a:sym typeface="Josefin Sans ExtraLight"/>
              </a:defRPr>
            </a:lvl4pPr>
            <a:lvl5pPr marL="2286000" lvl="4" indent="-3111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Josefin Sans ExtraLight"/>
              <a:buChar char="○"/>
              <a:defRPr sz="1300">
                <a:solidFill>
                  <a:schemeClr val="dk1"/>
                </a:solidFill>
                <a:latin typeface="Josefin Sans ExtraLight"/>
                <a:ea typeface="Josefin Sans ExtraLight"/>
                <a:cs typeface="Josefin Sans ExtraLight"/>
                <a:sym typeface="Josefin Sans ExtraLight"/>
              </a:defRPr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efin Sans ExtraLight"/>
              <a:buChar char="■"/>
              <a:defRPr sz="1200">
                <a:solidFill>
                  <a:schemeClr val="dk1"/>
                </a:solidFill>
                <a:latin typeface="Josefin Sans ExtraLight"/>
                <a:ea typeface="Josefin Sans ExtraLight"/>
                <a:cs typeface="Josefin Sans ExtraLight"/>
                <a:sym typeface="Josefin Sans ExtraLight"/>
              </a:defRPr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efin Sans ExtraLight"/>
              <a:buChar char="●"/>
              <a:defRPr sz="1200">
                <a:solidFill>
                  <a:schemeClr val="dk1"/>
                </a:solidFill>
                <a:latin typeface="Josefin Sans ExtraLight"/>
                <a:ea typeface="Josefin Sans ExtraLight"/>
                <a:cs typeface="Josefin Sans ExtraLight"/>
                <a:sym typeface="Josefin Sans ExtraLight"/>
              </a:defRPr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efin Sans ExtraLight"/>
              <a:buChar char="○"/>
              <a:defRPr sz="1200">
                <a:solidFill>
                  <a:schemeClr val="dk1"/>
                </a:solidFill>
                <a:latin typeface="Josefin Sans ExtraLight"/>
                <a:ea typeface="Josefin Sans ExtraLight"/>
                <a:cs typeface="Josefin Sans ExtraLight"/>
                <a:sym typeface="Josefin Sans ExtraLight"/>
              </a:defRPr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efin Sans ExtraLight"/>
              <a:buChar char="■"/>
              <a:defRPr sz="1200">
                <a:solidFill>
                  <a:schemeClr val="dk1"/>
                </a:solidFill>
                <a:latin typeface="Josefin Sans ExtraLight"/>
                <a:ea typeface="Josefin Sans ExtraLight"/>
                <a:cs typeface="Josefin Sans ExtraLight"/>
                <a:sym typeface="Josefin Sans ExtraLigh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5" r:id="rId3"/>
    <p:sldLayoutId id="2147483657" r:id="rId4"/>
    <p:sldLayoutId id="2147483658" r:id="rId5"/>
    <p:sldLayoutId id="2147483659" r:id="rId6"/>
    <p:sldLayoutId id="2147483661" r:id="rId7"/>
    <p:sldLayoutId id="2147483662" r:id="rId8"/>
    <p:sldLayoutId id="2147483682" r:id="rId9"/>
    <p:sldLayoutId id="2147483683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6.jpg"/><Relationship Id="rId4" Type="http://schemas.openxmlformats.org/officeDocument/2006/relationships/image" Target="../media/image5.jfi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2"/>
          <p:cNvSpPr txBox="1">
            <a:spLocks noGrp="1"/>
          </p:cNvSpPr>
          <p:nvPr>
            <p:ph type="ctrTitle"/>
          </p:nvPr>
        </p:nvSpPr>
        <p:spPr>
          <a:xfrm>
            <a:off x="894500" y="588600"/>
            <a:ext cx="5625570" cy="1213696"/>
          </a:xfrm>
          <a:prstGeom prst="rect">
            <a:avLst/>
          </a:prstGeom>
        </p:spPr>
        <p:txBody>
          <a:bodyPr spcFirstLastPara="1" wrap="square" lIns="91425" tIns="20115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/>
              <a:t>Fingerprint Attendance System</a:t>
            </a:r>
            <a:br>
              <a:rPr lang="en-US" sz="3200" dirty="0"/>
            </a:br>
            <a:endParaRPr sz="3200" dirty="0"/>
          </a:p>
        </p:txBody>
      </p:sp>
      <p:sp>
        <p:nvSpPr>
          <p:cNvPr id="323" name="Google Shape;323;p42"/>
          <p:cNvSpPr txBox="1">
            <a:spLocks noGrp="1"/>
          </p:cNvSpPr>
          <p:nvPr>
            <p:ph type="subTitle" idx="1"/>
          </p:nvPr>
        </p:nvSpPr>
        <p:spPr>
          <a:xfrm>
            <a:off x="940883" y="1779150"/>
            <a:ext cx="3335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PKK Pembuatan Aplikasi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Absensi </a:t>
            </a:r>
            <a:endParaRPr dirty="0"/>
          </a:p>
        </p:txBody>
      </p:sp>
      <p:sp>
        <p:nvSpPr>
          <p:cNvPr id="4" name="Google Shape;323;p42">
            <a:extLst>
              <a:ext uri="{FF2B5EF4-FFF2-40B4-BE49-F238E27FC236}">
                <a16:creationId xmlns:a16="http://schemas.microsoft.com/office/drawing/2014/main" id="{AB1AF670-4785-9E4F-564E-02EE9C380EDB}"/>
              </a:ext>
            </a:extLst>
          </p:cNvPr>
          <p:cNvSpPr txBox="1">
            <a:spLocks/>
          </p:cNvSpPr>
          <p:nvPr/>
        </p:nvSpPr>
        <p:spPr>
          <a:xfrm>
            <a:off x="940883" y="2993673"/>
            <a:ext cx="3335700" cy="538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 Light"/>
              <a:buNone/>
              <a:defRPr sz="1800" b="1" i="0" u="none" strike="noStrike" cap="none">
                <a:solidFill>
                  <a:schemeClr val="dk2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Josefin Sans"/>
              <a:buNone/>
              <a:defRPr sz="1800" b="0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Josefin Sans Light"/>
              <a:buNone/>
              <a:defRPr sz="1800" b="0" i="0" u="none" strike="noStrike" cap="none">
                <a:solidFill>
                  <a:schemeClr val="dk1"/>
                </a:solidFill>
                <a:latin typeface="Josefin Sans Light"/>
                <a:ea typeface="Josefin Sans Light"/>
                <a:cs typeface="Josefin Sans Light"/>
                <a:sym typeface="Josefin Sans Ligh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Josefin Sans ExtraLight"/>
              <a:buNone/>
              <a:defRPr sz="1800" b="0" i="0" u="none" strike="noStrike" cap="none">
                <a:solidFill>
                  <a:schemeClr val="dk1"/>
                </a:solidFill>
                <a:latin typeface="Josefin Sans ExtraLight"/>
                <a:ea typeface="Josefin Sans ExtraLight"/>
                <a:cs typeface="Josefin Sans ExtraLight"/>
                <a:sym typeface="Josefin Sans ExtraLight"/>
              </a:defRPr>
            </a:lvl4pPr>
            <a:lvl5pPr marL="2286000" marR="0" lvl="4" indent="-3111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Josefin Sans ExtraLight"/>
              <a:buNone/>
              <a:defRPr sz="1800" b="0" i="0" u="none" strike="noStrike" cap="none">
                <a:solidFill>
                  <a:schemeClr val="dk1"/>
                </a:solidFill>
                <a:latin typeface="Josefin Sans ExtraLight"/>
                <a:ea typeface="Josefin Sans ExtraLight"/>
                <a:cs typeface="Josefin Sans ExtraLight"/>
                <a:sym typeface="Josefin Sans ExtraLight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Josefin Sans ExtraLight"/>
              <a:buNone/>
              <a:defRPr sz="1800" b="0" i="0" u="none" strike="noStrike" cap="none">
                <a:solidFill>
                  <a:schemeClr val="dk1"/>
                </a:solidFill>
                <a:latin typeface="Josefin Sans ExtraLight"/>
                <a:ea typeface="Josefin Sans ExtraLight"/>
                <a:cs typeface="Josefin Sans ExtraLight"/>
                <a:sym typeface="Josefin Sans ExtraLight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Josefin Sans ExtraLight"/>
              <a:buNone/>
              <a:defRPr sz="1800" b="0" i="0" u="none" strike="noStrike" cap="none">
                <a:solidFill>
                  <a:schemeClr val="dk1"/>
                </a:solidFill>
                <a:latin typeface="Josefin Sans ExtraLight"/>
                <a:ea typeface="Josefin Sans ExtraLight"/>
                <a:cs typeface="Josefin Sans ExtraLight"/>
                <a:sym typeface="Josefin Sans ExtraLight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Josefin Sans ExtraLight"/>
              <a:buNone/>
              <a:defRPr sz="1800" b="0" i="0" u="none" strike="noStrike" cap="none">
                <a:solidFill>
                  <a:schemeClr val="dk1"/>
                </a:solidFill>
                <a:latin typeface="Josefin Sans ExtraLight"/>
                <a:ea typeface="Josefin Sans ExtraLight"/>
                <a:cs typeface="Josefin Sans ExtraLight"/>
                <a:sym typeface="Josefin Sans ExtraLight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Josefin Sans ExtraLight"/>
              <a:buNone/>
              <a:defRPr sz="1800" b="0" i="0" u="none" strike="noStrike" cap="none">
                <a:solidFill>
                  <a:schemeClr val="dk1"/>
                </a:solidFill>
                <a:latin typeface="Josefin Sans ExtraLight"/>
                <a:ea typeface="Josefin Sans ExtraLight"/>
                <a:cs typeface="Josefin Sans ExtraLight"/>
                <a:sym typeface="Josefin Sans ExtraLight"/>
              </a:defRPr>
            </a:lvl9pPr>
          </a:lstStyle>
          <a:p>
            <a:pPr marL="0" indent="0"/>
            <a:r>
              <a:rPr lang="en-ID" sz="2400" dirty="0"/>
              <a:t>Oleh : </a:t>
            </a:r>
            <a:r>
              <a:rPr lang="en-ID" sz="2400" dirty="0" err="1"/>
              <a:t>Kelompok</a:t>
            </a:r>
            <a:r>
              <a:rPr lang="en-ID" sz="2400" dirty="0"/>
              <a:t> 3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DD61345-350D-2BA6-A0D9-BC9B7A2014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8765" y="3087262"/>
            <a:ext cx="2789583" cy="205623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A9A9831-A2BD-F183-F22E-AE469CC92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Anggota</a:t>
            </a:r>
            <a:r>
              <a:rPr lang="en-US" dirty="0"/>
              <a:t> Kami</a:t>
            </a:r>
            <a:endParaRPr lang="en-ID" dirty="0"/>
          </a:p>
        </p:txBody>
      </p:sp>
      <p:sp>
        <p:nvSpPr>
          <p:cNvPr id="4" name="Google Shape;396;p48">
            <a:extLst>
              <a:ext uri="{FF2B5EF4-FFF2-40B4-BE49-F238E27FC236}">
                <a16:creationId xmlns:a16="http://schemas.microsoft.com/office/drawing/2014/main" id="{CCB40050-D957-E292-665D-A1C239BC6EDD}"/>
              </a:ext>
            </a:extLst>
          </p:cNvPr>
          <p:cNvSpPr txBox="1">
            <a:spLocks/>
          </p:cNvSpPr>
          <p:nvPr/>
        </p:nvSpPr>
        <p:spPr>
          <a:xfrm>
            <a:off x="692448" y="1632600"/>
            <a:ext cx="8060613" cy="145515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AutoNum type="arabicPeriod"/>
              <a:defRPr sz="1600" b="0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400" b="0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400" b="0" i="0" u="none" strike="noStrike" cap="none">
                <a:solidFill>
                  <a:schemeClr val="dk1"/>
                </a:solidFill>
                <a:latin typeface="Josefin Sans Light"/>
                <a:ea typeface="Josefin Sans Light"/>
                <a:cs typeface="Josefin Sans Light"/>
                <a:sym typeface="Josefin Sans Ligh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 sz="1400" b="0" i="0" u="none" strike="noStrike" cap="none">
                <a:solidFill>
                  <a:schemeClr val="dk1"/>
                </a:solidFill>
                <a:latin typeface="Josefin Sans ExtraLight"/>
                <a:ea typeface="Josefin Sans ExtraLight"/>
                <a:cs typeface="Josefin Sans ExtraLight"/>
                <a:sym typeface="Josefin Sans ExtraLight"/>
              </a:defRPr>
            </a:lvl4pPr>
            <a:lvl5pPr marL="2286000" marR="0" lvl="4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300" b="0" i="0" u="none" strike="noStrike" cap="none">
                <a:solidFill>
                  <a:schemeClr val="dk1"/>
                </a:solidFill>
                <a:latin typeface="Josefin Sans ExtraLight"/>
                <a:ea typeface="Josefin Sans ExtraLight"/>
                <a:cs typeface="Josefin Sans ExtraLight"/>
                <a:sym typeface="Josefin Sans ExtraLight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200" b="0" i="0" u="none" strike="noStrike" cap="none">
                <a:solidFill>
                  <a:schemeClr val="dk1"/>
                </a:solidFill>
                <a:latin typeface="Josefin Sans ExtraLight"/>
                <a:ea typeface="Josefin Sans ExtraLight"/>
                <a:cs typeface="Josefin Sans ExtraLight"/>
                <a:sym typeface="Josefin Sans ExtraLight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 sz="1200" b="0" i="0" u="none" strike="noStrike" cap="none">
                <a:solidFill>
                  <a:schemeClr val="dk1"/>
                </a:solidFill>
                <a:latin typeface="Josefin Sans ExtraLight"/>
                <a:ea typeface="Josefin Sans ExtraLight"/>
                <a:cs typeface="Josefin Sans ExtraLight"/>
                <a:sym typeface="Josefin Sans ExtraLight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200" b="0" i="0" u="none" strike="noStrike" cap="none">
                <a:solidFill>
                  <a:schemeClr val="dk1"/>
                </a:solidFill>
                <a:latin typeface="Josefin Sans ExtraLight"/>
                <a:ea typeface="Josefin Sans ExtraLight"/>
                <a:cs typeface="Josefin Sans ExtraLight"/>
                <a:sym typeface="Josefin Sans ExtraLight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200" b="0" i="0" u="none" strike="noStrike" cap="none">
                <a:solidFill>
                  <a:schemeClr val="dk1"/>
                </a:solidFill>
                <a:latin typeface="Josefin Sans ExtraLight"/>
                <a:ea typeface="Josefin Sans ExtraLight"/>
                <a:cs typeface="Josefin Sans ExtraLight"/>
                <a:sym typeface="Josefin Sans ExtraLight"/>
              </a:defRPr>
            </a:lvl9pPr>
          </a:lstStyle>
          <a:p>
            <a:pPr algn="just"/>
            <a:r>
              <a:rPr lang="en-US" sz="2000" dirty="0"/>
              <a:t>H</a:t>
            </a:r>
            <a:r>
              <a:rPr lang="en-ID" sz="2000" dirty="0" err="1"/>
              <a:t>abibunayka</a:t>
            </a:r>
            <a:r>
              <a:rPr lang="en-ID" sz="2000" dirty="0"/>
              <a:t> Miftah Al-</a:t>
            </a:r>
            <a:r>
              <a:rPr lang="en-ID" sz="2000" dirty="0" err="1"/>
              <a:t>Rizqi</a:t>
            </a:r>
            <a:r>
              <a:rPr lang="en-ID" sz="2000" dirty="0"/>
              <a:t> </a:t>
            </a:r>
            <a:r>
              <a:rPr lang="en-ID" dirty="0"/>
              <a:t>(</a:t>
            </a:r>
            <a:r>
              <a:rPr lang="en-ID" dirty="0" err="1"/>
              <a:t>Fullstack</a:t>
            </a:r>
            <a:r>
              <a:rPr lang="en-ID" dirty="0"/>
              <a:t> Developer)</a:t>
            </a:r>
          </a:p>
          <a:p>
            <a:pPr algn="just"/>
            <a:r>
              <a:rPr lang="en-ID" sz="2000" dirty="0"/>
              <a:t>Muhammad </a:t>
            </a:r>
            <a:r>
              <a:rPr lang="en-ID" sz="2000" dirty="0" err="1"/>
              <a:t>Istiqlal</a:t>
            </a:r>
            <a:r>
              <a:rPr lang="en-ID" sz="2000" dirty="0"/>
              <a:t> Fajar </a:t>
            </a:r>
            <a:r>
              <a:rPr lang="en-ID" sz="2000" dirty="0" err="1"/>
              <a:t>Sya’bani</a:t>
            </a:r>
            <a:r>
              <a:rPr lang="en-ID" sz="2000" dirty="0"/>
              <a:t> </a:t>
            </a:r>
            <a:r>
              <a:rPr lang="en-ID" dirty="0"/>
              <a:t>(Frontend Developer, Support)</a:t>
            </a:r>
          </a:p>
          <a:p>
            <a:pPr algn="just"/>
            <a:r>
              <a:rPr lang="en-ID" sz="2000" dirty="0"/>
              <a:t>Ayu Putri </a:t>
            </a:r>
            <a:r>
              <a:rPr lang="en-ID" sz="2000" dirty="0" err="1"/>
              <a:t>Ramdani</a:t>
            </a:r>
            <a:r>
              <a:rPr lang="en-ID" sz="2000" dirty="0"/>
              <a:t> </a:t>
            </a:r>
            <a:r>
              <a:rPr lang="en-ID" dirty="0"/>
              <a:t>(UI/UX Designer, Support)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82331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48"/>
          <p:cNvSpPr/>
          <p:nvPr/>
        </p:nvSpPr>
        <p:spPr>
          <a:xfrm>
            <a:off x="5420350" y="712350"/>
            <a:ext cx="2544000" cy="361080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D0000"/>
              </a:solidFill>
            </a:endParaRPr>
          </a:p>
        </p:txBody>
      </p:sp>
      <p:sp>
        <p:nvSpPr>
          <p:cNvPr id="395" name="Google Shape;395;p48"/>
          <p:cNvSpPr txBox="1">
            <a:spLocks noGrp="1"/>
          </p:cNvSpPr>
          <p:nvPr>
            <p:ph type="title"/>
          </p:nvPr>
        </p:nvSpPr>
        <p:spPr>
          <a:xfrm>
            <a:off x="692450" y="913800"/>
            <a:ext cx="3796500" cy="49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/>
              <a:t>Latar Belakang</a:t>
            </a:r>
            <a:endParaRPr lang="en-ID" dirty="0">
              <a:solidFill>
                <a:schemeClr val="accent2"/>
              </a:solidFill>
            </a:endParaRPr>
          </a:p>
        </p:txBody>
      </p:sp>
      <p:cxnSp>
        <p:nvCxnSpPr>
          <p:cNvPr id="397" name="Google Shape;397;p48">
            <a:hlinkClick r:id="" action="ppaction://hlinkshowjump?jump=nextslide"/>
          </p:cNvPr>
          <p:cNvCxnSpPr/>
          <p:nvPr/>
        </p:nvCxnSpPr>
        <p:spPr>
          <a:xfrm>
            <a:off x="8643950" y="303450"/>
            <a:ext cx="2622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98" name="Google Shape;398;p48">
            <a:hlinkClick r:id="" action="ppaction://hlinkshowjump?jump=previousslide"/>
          </p:cNvPr>
          <p:cNvCxnSpPr/>
          <p:nvPr/>
        </p:nvCxnSpPr>
        <p:spPr>
          <a:xfrm rot="10800000">
            <a:off x="232775" y="303450"/>
            <a:ext cx="2622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99" name="Google Shape;399;p48"/>
          <p:cNvSpPr txBox="1">
            <a:spLocks noGrp="1"/>
          </p:cNvSpPr>
          <p:nvPr>
            <p:ph type="title" idx="2"/>
          </p:nvPr>
        </p:nvSpPr>
        <p:spPr>
          <a:xfrm>
            <a:off x="146725" y="4789139"/>
            <a:ext cx="3027300" cy="2292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Deskripsi</a:t>
            </a:r>
            <a:endParaRPr dirty="0"/>
          </a:p>
        </p:txBody>
      </p:sp>
      <p:sp>
        <p:nvSpPr>
          <p:cNvPr id="400" name="Google Shape;400;p48"/>
          <p:cNvSpPr txBox="1">
            <a:spLocks noGrp="1"/>
          </p:cNvSpPr>
          <p:nvPr>
            <p:ph type="title" idx="3"/>
          </p:nvPr>
        </p:nvSpPr>
        <p:spPr>
          <a:xfrm>
            <a:off x="146725" y="4719850"/>
            <a:ext cx="1689000" cy="1605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2" name="Google Shape;396;p48">
            <a:extLst>
              <a:ext uri="{FF2B5EF4-FFF2-40B4-BE49-F238E27FC236}">
                <a16:creationId xmlns:a16="http://schemas.microsoft.com/office/drawing/2014/main" id="{97BB7CAA-548E-7705-70CC-564291734251}"/>
              </a:ext>
            </a:extLst>
          </p:cNvPr>
          <p:cNvSpPr txBox="1">
            <a:spLocks/>
          </p:cNvSpPr>
          <p:nvPr/>
        </p:nvSpPr>
        <p:spPr>
          <a:xfrm>
            <a:off x="692448" y="1632600"/>
            <a:ext cx="6980561" cy="145515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AutoNum type="arabicPeriod"/>
              <a:defRPr sz="1600" b="0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400" b="0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400" b="0" i="0" u="none" strike="noStrike" cap="none">
                <a:solidFill>
                  <a:schemeClr val="dk1"/>
                </a:solidFill>
                <a:latin typeface="Josefin Sans Light"/>
                <a:ea typeface="Josefin Sans Light"/>
                <a:cs typeface="Josefin Sans Light"/>
                <a:sym typeface="Josefin Sans Ligh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 sz="1400" b="0" i="0" u="none" strike="noStrike" cap="none">
                <a:solidFill>
                  <a:schemeClr val="dk1"/>
                </a:solidFill>
                <a:latin typeface="Josefin Sans ExtraLight"/>
                <a:ea typeface="Josefin Sans ExtraLight"/>
                <a:cs typeface="Josefin Sans ExtraLight"/>
                <a:sym typeface="Josefin Sans ExtraLight"/>
              </a:defRPr>
            </a:lvl4pPr>
            <a:lvl5pPr marL="2286000" marR="0" lvl="4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300" b="0" i="0" u="none" strike="noStrike" cap="none">
                <a:solidFill>
                  <a:schemeClr val="dk1"/>
                </a:solidFill>
                <a:latin typeface="Josefin Sans ExtraLight"/>
                <a:ea typeface="Josefin Sans ExtraLight"/>
                <a:cs typeface="Josefin Sans ExtraLight"/>
                <a:sym typeface="Josefin Sans ExtraLight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200" b="0" i="0" u="none" strike="noStrike" cap="none">
                <a:solidFill>
                  <a:schemeClr val="dk1"/>
                </a:solidFill>
                <a:latin typeface="Josefin Sans ExtraLight"/>
                <a:ea typeface="Josefin Sans ExtraLight"/>
                <a:cs typeface="Josefin Sans ExtraLight"/>
                <a:sym typeface="Josefin Sans ExtraLight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 sz="1200" b="0" i="0" u="none" strike="noStrike" cap="none">
                <a:solidFill>
                  <a:schemeClr val="dk1"/>
                </a:solidFill>
                <a:latin typeface="Josefin Sans ExtraLight"/>
                <a:ea typeface="Josefin Sans ExtraLight"/>
                <a:cs typeface="Josefin Sans ExtraLight"/>
                <a:sym typeface="Josefin Sans ExtraLight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200" b="0" i="0" u="none" strike="noStrike" cap="none">
                <a:solidFill>
                  <a:schemeClr val="dk1"/>
                </a:solidFill>
                <a:latin typeface="Josefin Sans ExtraLight"/>
                <a:ea typeface="Josefin Sans ExtraLight"/>
                <a:cs typeface="Josefin Sans ExtraLight"/>
                <a:sym typeface="Josefin Sans ExtraLight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200" b="0" i="0" u="none" strike="noStrike" cap="none">
                <a:solidFill>
                  <a:schemeClr val="dk1"/>
                </a:solidFill>
                <a:latin typeface="Josefin Sans ExtraLight"/>
                <a:ea typeface="Josefin Sans ExtraLight"/>
                <a:cs typeface="Josefin Sans ExtraLight"/>
                <a:sym typeface="Josefin Sans ExtraLight"/>
              </a:defRPr>
            </a:lvl9pPr>
          </a:lstStyle>
          <a:p>
            <a:pPr marL="114300" indent="0" algn="just">
              <a:buFont typeface="Open Sans"/>
              <a:buNone/>
            </a:pPr>
            <a:r>
              <a:rPr lang="en-ID" dirty="0"/>
              <a:t>          </a:t>
            </a:r>
            <a:r>
              <a:rPr lang="en-ID" dirty="0" err="1"/>
              <a:t>Melihat</a:t>
            </a:r>
            <a:r>
              <a:rPr lang="en-ID" dirty="0"/>
              <a:t> </a:t>
            </a:r>
            <a:r>
              <a:rPr lang="en-ID" dirty="0" err="1"/>
              <a:t>kurangnya</a:t>
            </a:r>
            <a:r>
              <a:rPr lang="en-ID" dirty="0"/>
              <a:t> </a:t>
            </a:r>
            <a:r>
              <a:rPr lang="en-ID" dirty="0" err="1"/>
              <a:t>sistem</a:t>
            </a:r>
            <a:r>
              <a:rPr lang="en-ID" dirty="0"/>
              <a:t> </a:t>
            </a:r>
            <a:r>
              <a:rPr lang="en-ID" dirty="0" err="1"/>
              <a:t>absensi</a:t>
            </a:r>
            <a:r>
              <a:rPr lang="en-ID" dirty="0"/>
              <a:t> yang optimal di </a:t>
            </a:r>
            <a:r>
              <a:rPr lang="en-ID" dirty="0" err="1"/>
              <a:t>beberapa</a:t>
            </a:r>
            <a:r>
              <a:rPr lang="en-ID" dirty="0"/>
              <a:t> </a:t>
            </a:r>
            <a:r>
              <a:rPr lang="en-ID" dirty="0" err="1"/>
              <a:t>kelas</a:t>
            </a:r>
            <a:r>
              <a:rPr lang="en-ID" dirty="0"/>
              <a:t>, </a:t>
            </a:r>
            <a:r>
              <a:rPr lang="en-ID" dirty="0" err="1"/>
              <a:t>terutama</a:t>
            </a:r>
            <a:r>
              <a:rPr lang="en-ID" dirty="0"/>
              <a:t> </a:t>
            </a:r>
            <a:r>
              <a:rPr lang="en-ID" dirty="0" err="1"/>
              <a:t>jika</a:t>
            </a:r>
            <a:r>
              <a:rPr lang="en-ID" dirty="0"/>
              <a:t> </a:t>
            </a:r>
            <a:r>
              <a:rPr lang="en-ID" dirty="0" err="1"/>
              <a:t>dibandingkan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kelas</a:t>
            </a:r>
            <a:r>
              <a:rPr lang="en-ID" dirty="0"/>
              <a:t> lain yang </a:t>
            </a:r>
            <a:r>
              <a:rPr lang="en-ID" dirty="0" err="1"/>
              <a:t>sudah</a:t>
            </a:r>
            <a:r>
              <a:rPr lang="en-ID" dirty="0"/>
              <a:t> </a:t>
            </a:r>
            <a:r>
              <a:rPr lang="en-ID" dirty="0" err="1"/>
              <a:t>ada</a:t>
            </a:r>
            <a:r>
              <a:rPr lang="en-ID" dirty="0"/>
              <a:t> system </a:t>
            </a:r>
            <a:r>
              <a:rPr lang="en-ID" dirty="0" err="1"/>
              <a:t>absensi</a:t>
            </a:r>
            <a:r>
              <a:rPr lang="en-ID" dirty="0"/>
              <a:t> yang </a:t>
            </a:r>
            <a:r>
              <a:rPr lang="en-ID" dirty="0" err="1"/>
              <a:t>mutakhir</a:t>
            </a:r>
            <a:r>
              <a:rPr lang="en-ID" dirty="0"/>
              <a:t>, kami </a:t>
            </a:r>
            <a:r>
              <a:rPr lang="en-ID" dirty="0" err="1"/>
              <a:t>mengusulkan</a:t>
            </a:r>
            <a:r>
              <a:rPr lang="en-ID" dirty="0"/>
              <a:t> </a:t>
            </a:r>
            <a:r>
              <a:rPr lang="en-ID" dirty="0" err="1"/>
              <a:t>solusi</a:t>
            </a:r>
            <a:r>
              <a:rPr lang="en-ID" dirty="0"/>
              <a:t> </a:t>
            </a:r>
            <a:r>
              <a:rPr lang="en-ID" dirty="0" err="1"/>
              <a:t>berupa</a:t>
            </a:r>
            <a:r>
              <a:rPr lang="en-ID" dirty="0"/>
              <a:t> </a:t>
            </a:r>
            <a:r>
              <a:rPr lang="en-ID" dirty="0" err="1"/>
              <a:t>aplikasi</a:t>
            </a:r>
            <a:r>
              <a:rPr lang="en-ID" dirty="0"/>
              <a:t> </a:t>
            </a:r>
            <a:r>
              <a:rPr lang="en-ID" dirty="0" err="1"/>
              <a:t>absensi</a:t>
            </a:r>
            <a:r>
              <a:rPr lang="en-ID" dirty="0"/>
              <a:t> yang </a:t>
            </a:r>
            <a:r>
              <a:rPr lang="en-ID" dirty="0" err="1"/>
              <a:t>inovatif</a:t>
            </a:r>
            <a:r>
              <a:rPr lang="en-ID" dirty="0"/>
              <a:t> </a:t>
            </a:r>
            <a:r>
              <a:rPr lang="en-ID" dirty="0" err="1"/>
              <a:t>bernama</a:t>
            </a:r>
            <a:r>
              <a:rPr lang="en-ID" dirty="0"/>
              <a:t> FAS. </a:t>
            </a:r>
            <a:r>
              <a:rPr lang="en-ID" dirty="0" err="1"/>
              <a:t>Aplikasi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dirancang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meningkatkan</a:t>
            </a:r>
            <a:r>
              <a:rPr lang="en-ID" dirty="0"/>
              <a:t> </a:t>
            </a:r>
            <a:r>
              <a:rPr lang="en-ID" dirty="0" err="1"/>
              <a:t>efisiensi</a:t>
            </a:r>
            <a:r>
              <a:rPr lang="en-ID" dirty="0"/>
              <a:t> dan </a:t>
            </a:r>
            <a:r>
              <a:rPr lang="en-ID" dirty="0" err="1"/>
              <a:t>akurasi</a:t>
            </a:r>
            <a:r>
              <a:rPr lang="en-ID" dirty="0"/>
              <a:t> </a:t>
            </a:r>
            <a:r>
              <a:rPr lang="en-ID" dirty="0" err="1"/>
              <a:t>absensi</a:t>
            </a:r>
            <a:r>
              <a:rPr lang="en-ID" dirty="0"/>
              <a:t> di </a:t>
            </a:r>
            <a:r>
              <a:rPr lang="en-ID" dirty="0" err="1"/>
              <a:t>kelas</a:t>
            </a:r>
            <a:r>
              <a:rPr lang="en-ID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0803368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2" name="Google Shape;372;p46">
            <a:hlinkClick r:id="" action="ppaction://hlinkshowjump?jump=nextslide"/>
          </p:cNvPr>
          <p:cNvCxnSpPr/>
          <p:nvPr/>
        </p:nvCxnSpPr>
        <p:spPr>
          <a:xfrm>
            <a:off x="8643950" y="303450"/>
            <a:ext cx="2622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73" name="Google Shape;373;p46">
            <a:hlinkClick r:id="" action="ppaction://hlinkshowjump?jump=previousslide"/>
          </p:cNvPr>
          <p:cNvCxnSpPr/>
          <p:nvPr/>
        </p:nvCxnSpPr>
        <p:spPr>
          <a:xfrm rot="10800000">
            <a:off x="232775" y="303450"/>
            <a:ext cx="2622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74" name="Google Shape;374;p46"/>
          <p:cNvSpPr/>
          <p:nvPr/>
        </p:nvSpPr>
        <p:spPr>
          <a:xfrm>
            <a:off x="4893428" y="714425"/>
            <a:ext cx="4320900" cy="353580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D0000"/>
              </a:solidFill>
            </a:endParaRPr>
          </a:p>
        </p:txBody>
      </p:sp>
      <p:sp>
        <p:nvSpPr>
          <p:cNvPr id="376" name="Google Shape;376;p46"/>
          <p:cNvSpPr txBox="1">
            <a:spLocks noGrp="1"/>
          </p:cNvSpPr>
          <p:nvPr>
            <p:ph type="title" idx="2"/>
          </p:nvPr>
        </p:nvSpPr>
        <p:spPr>
          <a:xfrm>
            <a:off x="925751" y="1640525"/>
            <a:ext cx="1724100" cy="841800"/>
          </a:xfrm>
          <a:prstGeom prst="rect">
            <a:avLst/>
          </a:prstGeom>
        </p:spPr>
        <p:txBody>
          <a:bodyPr spcFirstLastPara="1" wrap="square" lIns="91425" tIns="0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377" name="Google Shape;377;p46"/>
          <p:cNvSpPr txBox="1">
            <a:spLocks noGrp="1"/>
          </p:cNvSpPr>
          <p:nvPr>
            <p:ph type="title"/>
          </p:nvPr>
        </p:nvSpPr>
        <p:spPr>
          <a:xfrm>
            <a:off x="799854" y="2263184"/>
            <a:ext cx="4394998" cy="73843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Deskripsi</a:t>
            </a:r>
            <a:endParaRPr dirty="0"/>
          </a:p>
        </p:txBody>
      </p:sp>
      <p:sp>
        <p:nvSpPr>
          <p:cNvPr id="378" name="Google Shape;378;p46"/>
          <p:cNvSpPr txBox="1">
            <a:spLocks noGrp="1"/>
          </p:cNvSpPr>
          <p:nvPr>
            <p:ph type="subTitle" idx="1"/>
          </p:nvPr>
        </p:nvSpPr>
        <p:spPr>
          <a:xfrm>
            <a:off x="851991" y="2922901"/>
            <a:ext cx="3027300" cy="55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Mengenai</a:t>
            </a:r>
            <a:r>
              <a:rPr lang="en-US" dirty="0"/>
              <a:t> </a:t>
            </a:r>
            <a:r>
              <a:rPr lang="en-US" dirty="0" err="1"/>
              <a:t>aplikasi</a:t>
            </a:r>
            <a:r>
              <a:rPr lang="en-US" dirty="0"/>
              <a:t> FAS </a:t>
            </a:r>
            <a:endParaRPr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667E12F-496E-BB55-5B87-EA6505E1BB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803850"/>
            <a:ext cx="4796822" cy="3535800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48"/>
          <p:cNvSpPr/>
          <p:nvPr/>
        </p:nvSpPr>
        <p:spPr>
          <a:xfrm>
            <a:off x="5420350" y="712350"/>
            <a:ext cx="2544000" cy="361080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D0000"/>
              </a:solidFill>
            </a:endParaRPr>
          </a:p>
        </p:txBody>
      </p:sp>
      <p:sp>
        <p:nvSpPr>
          <p:cNvPr id="395" name="Google Shape;395;p48"/>
          <p:cNvSpPr txBox="1">
            <a:spLocks noGrp="1"/>
          </p:cNvSpPr>
          <p:nvPr>
            <p:ph type="title"/>
          </p:nvPr>
        </p:nvSpPr>
        <p:spPr>
          <a:xfrm>
            <a:off x="692450" y="913800"/>
            <a:ext cx="3796500" cy="49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dirty="0"/>
              <a:t>Apa </a:t>
            </a:r>
            <a:r>
              <a:rPr lang="en-ID" dirty="0" err="1"/>
              <a:t>itu</a:t>
            </a:r>
            <a:r>
              <a:rPr lang="en-ID" dirty="0"/>
              <a:t> FAS?</a:t>
            </a:r>
            <a:endParaRPr lang="en-ID" dirty="0">
              <a:solidFill>
                <a:schemeClr val="accent2"/>
              </a:solidFill>
            </a:endParaRPr>
          </a:p>
        </p:txBody>
      </p:sp>
      <p:cxnSp>
        <p:nvCxnSpPr>
          <p:cNvPr id="397" name="Google Shape;397;p48">
            <a:hlinkClick r:id="" action="ppaction://hlinkshowjump?jump=nextslide"/>
          </p:cNvPr>
          <p:cNvCxnSpPr/>
          <p:nvPr/>
        </p:nvCxnSpPr>
        <p:spPr>
          <a:xfrm>
            <a:off x="8643950" y="303450"/>
            <a:ext cx="2622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98" name="Google Shape;398;p48">
            <a:hlinkClick r:id="" action="ppaction://hlinkshowjump?jump=previousslide"/>
          </p:cNvPr>
          <p:cNvCxnSpPr/>
          <p:nvPr/>
        </p:nvCxnSpPr>
        <p:spPr>
          <a:xfrm rot="10800000">
            <a:off x="232775" y="303450"/>
            <a:ext cx="2622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99" name="Google Shape;399;p48"/>
          <p:cNvSpPr txBox="1">
            <a:spLocks noGrp="1"/>
          </p:cNvSpPr>
          <p:nvPr>
            <p:ph type="title" idx="2"/>
          </p:nvPr>
        </p:nvSpPr>
        <p:spPr>
          <a:xfrm>
            <a:off x="146725" y="4789139"/>
            <a:ext cx="3027300" cy="2292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Deskripsi</a:t>
            </a:r>
            <a:endParaRPr dirty="0"/>
          </a:p>
        </p:txBody>
      </p:sp>
      <p:sp>
        <p:nvSpPr>
          <p:cNvPr id="400" name="Google Shape;400;p48"/>
          <p:cNvSpPr txBox="1">
            <a:spLocks noGrp="1"/>
          </p:cNvSpPr>
          <p:nvPr>
            <p:ph type="title" idx="3"/>
          </p:nvPr>
        </p:nvSpPr>
        <p:spPr>
          <a:xfrm>
            <a:off x="146725" y="4719850"/>
            <a:ext cx="1689000" cy="1605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2" name="Google Shape;396;p48">
            <a:extLst>
              <a:ext uri="{FF2B5EF4-FFF2-40B4-BE49-F238E27FC236}">
                <a16:creationId xmlns:a16="http://schemas.microsoft.com/office/drawing/2014/main" id="{97BB7CAA-548E-7705-70CC-564291734251}"/>
              </a:ext>
            </a:extLst>
          </p:cNvPr>
          <p:cNvSpPr txBox="1">
            <a:spLocks/>
          </p:cNvSpPr>
          <p:nvPr/>
        </p:nvSpPr>
        <p:spPr>
          <a:xfrm>
            <a:off x="742122" y="1695868"/>
            <a:ext cx="6904382" cy="12672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AutoNum type="arabicPeriod"/>
              <a:defRPr sz="1600" b="0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400" b="0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400" b="0" i="0" u="none" strike="noStrike" cap="none">
                <a:solidFill>
                  <a:schemeClr val="dk1"/>
                </a:solidFill>
                <a:latin typeface="Josefin Sans Light"/>
                <a:ea typeface="Josefin Sans Light"/>
                <a:cs typeface="Josefin Sans Light"/>
                <a:sym typeface="Josefin Sans Ligh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 sz="1400" b="0" i="0" u="none" strike="noStrike" cap="none">
                <a:solidFill>
                  <a:schemeClr val="dk1"/>
                </a:solidFill>
                <a:latin typeface="Josefin Sans ExtraLight"/>
                <a:ea typeface="Josefin Sans ExtraLight"/>
                <a:cs typeface="Josefin Sans ExtraLight"/>
                <a:sym typeface="Josefin Sans ExtraLight"/>
              </a:defRPr>
            </a:lvl4pPr>
            <a:lvl5pPr marL="2286000" marR="0" lvl="4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300" b="0" i="0" u="none" strike="noStrike" cap="none">
                <a:solidFill>
                  <a:schemeClr val="dk1"/>
                </a:solidFill>
                <a:latin typeface="Josefin Sans ExtraLight"/>
                <a:ea typeface="Josefin Sans ExtraLight"/>
                <a:cs typeface="Josefin Sans ExtraLight"/>
                <a:sym typeface="Josefin Sans ExtraLight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200" b="0" i="0" u="none" strike="noStrike" cap="none">
                <a:solidFill>
                  <a:schemeClr val="dk1"/>
                </a:solidFill>
                <a:latin typeface="Josefin Sans ExtraLight"/>
                <a:ea typeface="Josefin Sans ExtraLight"/>
                <a:cs typeface="Josefin Sans ExtraLight"/>
                <a:sym typeface="Josefin Sans ExtraLight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 sz="1200" b="0" i="0" u="none" strike="noStrike" cap="none">
                <a:solidFill>
                  <a:schemeClr val="dk1"/>
                </a:solidFill>
                <a:latin typeface="Josefin Sans ExtraLight"/>
                <a:ea typeface="Josefin Sans ExtraLight"/>
                <a:cs typeface="Josefin Sans ExtraLight"/>
                <a:sym typeface="Josefin Sans ExtraLight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200" b="0" i="0" u="none" strike="noStrike" cap="none">
                <a:solidFill>
                  <a:schemeClr val="dk1"/>
                </a:solidFill>
                <a:latin typeface="Josefin Sans ExtraLight"/>
                <a:ea typeface="Josefin Sans ExtraLight"/>
                <a:cs typeface="Josefin Sans ExtraLight"/>
                <a:sym typeface="Josefin Sans ExtraLight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200" b="0" i="0" u="none" strike="noStrike" cap="none">
                <a:solidFill>
                  <a:schemeClr val="dk1"/>
                </a:solidFill>
                <a:latin typeface="Josefin Sans ExtraLight"/>
                <a:ea typeface="Josefin Sans ExtraLight"/>
                <a:cs typeface="Josefin Sans ExtraLight"/>
                <a:sym typeface="Josefin Sans ExtraLight"/>
              </a:defRPr>
            </a:lvl9pPr>
          </a:lstStyle>
          <a:p>
            <a:pPr marL="114300" indent="0" algn="just">
              <a:buFont typeface="Open Sans"/>
              <a:buNone/>
            </a:pPr>
            <a:r>
              <a:rPr lang="en-US" b="1" dirty="0">
                <a:highlight>
                  <a:schemeClr val="lt1"/>
                </a:highlight>
              </a:rPr>
              <a:t>        FAS </a:t>
            </a:r>
            <a:r>
              <a:rPr lang="en-US" dirty="0" err="1">
                <a:highlight>
                  <a:schemeClr val="lt1"/>
                </a:highlight>
              </a:rPr>
              <a:t>atau</a:t>
            </a:r>
            <a:r>
              <a:rPr lang="en-US" b="1" dirty="0">
                <a:highlight>
                  <a:schemeClr val="lt1"/>
                </a:highlight>
              </a:rPr>
              <a:t> Fingerprint Attendance System </a:t>
            </a:r>
            <a:r>
              <a:rPr lang="en-US" dirty="0" err="1">
                <a:highlight>
                  <a:schemeClr val="lt1"/>
                </a:highlight>
              </a:rPr>
              <a:t>adalah</a:t>
            </a:r>
            <a:r>
              <a:rPr lang="en-US" dirty="0">
                <a:highlight>
                  <a:schemeClr val="lt1"/>
                </a:highlight>
              </a:rPr>
              <a:t> </a:t>
            </a:r>
            <a:r>
              <a:rPr lang="en-US" dirty="0" err="1">
                <a:highlight>
                  <a:schemeClr val="lt1"/>
                </a:highlight>
              </a:rPr>
              <a:t>sistem</a:t>
            </a:r>
            <a:r>
              <a:rPr lang="en-US" dirty="0">
                <a:highlight>
                  <a:schemeClr val="lt1"/>
                </a:highlight>
              </a:rPr>
              <a:t> </a:t>
            </a:r>
            <a:r>
              <a:rPr lang="en-US" dirty="0" err="1">
                <a:highlight>
                  <a:schemeClr val="lt1"/>
                </a:highlight>
              </a:rPr>
              <a:t>atau</a:t>
            </a:r>
            <a:r>
              <a:rPr lang="en-US" dirty="0">
                <a:highlight>
                  <a:schemeClr val="lt1"/>
                </a:highlight>
              </a:rPr>
              <a:t> </a:t>
            </a:r>
            <a:r>
              <a:rPr lang="en-US" dirty="0" err="1">
                <a:highlight>
                  <a:schemeClr val="lt1"/>
                </a:highlight>
              </a:rPr>
              <a:t>aplikasi</a:t>
            </a:r>
            <a:r>
              <a:rPr lang="en-US" dirty="0">
                <a:highlight>
                  <a:schemeClr val="lt1"/>
                </a:highlight>
              </a:rPr>
              <a:t> </a:t>
            </a:r>
            <a:r>
              <a:rPr lang="en-US" dirty="0" err="1">
                <a:highlight>
                  <a:schemeClr val="lt1"/>
                </a:highlight>
              </a:rPr>
              <a:t>absensi</a:t>
            </a:r>
            <a:r>
              <a:rPr lang="en-US" dirty="0">
                <a:highlight>
                  <a:schemeClr val="lt1"/>
                </a:highlight>
              </a:rPr>
              <a:t> </a:t>
            </a:r>
            <a:r>
              <a:rPr lang="en-US" dirty="0" err="1">
                <a:highlight>
                  <a:schemeClr val="lt1"/>
                </a:highlight>
              </a:rPr>
              <a:t>menggunakan</a:t>
            </a:r>
            <a:r>
              <a:rPr lang="en-US" dirty="0">
                <a:highlight>
                  <a:schemeClr val="lt1"/>
                </a:highlight>
              </a:rPr>
              <a:t> </a:t>
            </a:r>
            <a:r>
              <a:rPr lang="en-US" dirty="0" err="1">
                <a:highlight>
                  <a:schemeClr val="lt1"/>
                </a:highlight>
              </a:rPr>
              <a:t>sidik</a:t>
            </a:r>
            <a:r>
              <a:rPr lang="en-US" dirty="0">
                <a:highlight>
                  <a:schemeClr val="lt1"/>
                </a:highlight>
              </a:rPr>
              <a:t> </a:t>
            </a:r>
            <a:r>
              <a:rPr lang="en-US" dirty="0" err="1">
                <a:highlight>
                  <a:schemeClr val="lt1"/>
                </a:highlight>
              </a:rPr>
              <a:t>jari</a:t>
            </a:r>
            <a:r>
              <a:rPr lang="en-US" dirty="0">
                <a:highlight>
                  <a:schemeClr val="lt1"/>
                </a:highlight>
              </a:rPr>
              <a:t>. Dimana </a:t>
            </a:r>
            <a:r>
              <a:rPr lang="en-US" dirty="0" err="1">
                <a:highlight>
                  <a:schemeClr val="lt1"/>
                </a:highlight>
              </a:rPr>
              <a:t>siswa</a:t>
            </a:r>
            <a:r>
              <a:rPr lang="en-US" dirty="0">
                <a:highlight>
                  <a:schemeClr val="lt1"/>
                </a:highlight>
              </a:rPr>
              <a:t> </a:t>
            </a:r>
            <a:r>
              <a:rPr lang="en-US" dirty="0" err="1">
                <a:highlight>
                  <a:schemeClr val="lt1"/>
                </a:highlight>
              </a:rPr>
              <a:t>dapat</a:t>
            </a:r>
            <a:r>
              <a:rPr lang="en-US" dirty="0">
                <a:highlight>
                  <a:schemeClr val="lt1"/>
                </a:highlight>
              </a:rPr>
              <a:t> </a:t>
            </a:r>
            <a:r>
              <a:rPr lang="en-US" dirty="0" err="1">
                <a:highlight>
                  <a:schemeClr val="lt1"/>
                </a:highlight>
              </a:rPr>
              <a:t>mencatat</a:t>
            </a:r>
            <a:r>
              <a:rPr lang="en-US" dirty="0">
                <a:highlight>
                  <a:schemeClr val="lt1"/>
                </a:highlight>
              </a:rPr>
              <a:t> </a:t>
            </a:r>
            <a:r>
              <a:rPr lang="en-US" dirty="0" err="1">
                <a:highlight>
                  <a:schemeClr val="lt1"/>
                </a:highlight>
              </a:rPr>
              <a:t>kehadirannya</a:t>
            </a:r>
            <a:r>
              <a:rPr lang="en-US" dirty="0">
                <a:highlight>
                  <a:schemeClr val="lt1"/>
                </a:highlight>
              </a:rPr>
              <a:t> </a:t>
            </a:r>
            <a:r>
              <a:rPr lang="en-US" dirty="0" err="1">
                <a:highlight>
                  <a:schemeClr val="lt1"/>
                </a:highlight>
              </a:rPr>
              <a:t>ketika</a:t>
            </a:r>
            <a:r>
              <a:rPr lang="en-US" dirty="0">
                <a:highlight>
                  <a:schemeClr val="lt1"/>
                </a:highlight>
              </a:rPr>
              <a:t> </a:t>
            </a:r>
            <a:r>
              <a:rPr lang="en-US" dirty="0" err="1">
                <a:highlight>
                  <a:schemeClr val="lt1"/>
                </a:highlight>
              </a:rPr>
              <a:t>masuk</a:t>
            </a:r>
            <a:r>
              <a:rPr lang="en-US" dirty="0">
                <a:highlight>
                  <a:schemeClr val="lt1"/>
                </a:highlight>
              </a:rPr>
              <a:t> </a:t>
            </a:r>
            <a:r>
              <a:rPr lang="en-US" dirty="0" err="1">
                <a:highlight>
                  <a:schemeClr val="lt1"/>
                </a:highlight>
              </a:rPr>
              <a:t>sekolah</a:t>
            </a:r>
            <a:r>
              <a:rPr lang="en-US" dirty="0">
                <a:highlight>
                  <a:schemeClr val="lt1"/>
                </a:highlight>
              </a:rPr>
              <a:t>, dan guru </a:t>
            </a:r>
            <a:r>
              <a:rPr lang="en-US" dirty="0" err="1">
                <a:highlight>
                  <a:schemeClr val="lt1"/>
                </a:highlight>
              </a:rPr>
              <a:t>dapat</a:t>
            </a:r>
            <a:r>
              <a:rPr lang="en-US" dirty="0">
                <a:highlight>
                  <a:schemeClr val="lt1"/>
                </a:highlight>
              </a:rPr>
              <a:t> </a:t>
            </a:r>
            <a:r>
              <a:rPr lang="en-US" dirty="0" err="1">
                <a:highlight>
                  <a:schemeClr val="lt1"/>
                </a:highlight>
              </a:rPr>
              <a:t>melihat</a:t>
            </a:r>
            <a:r>
              <a:rPr lang="en-US" dirty="0">
                <a:highlight>
                  <a:schemeClr val="lt1"/>
                </a:highlight>
              </a:rPr>
              <a:t> </a:t>
            </a:r>
            <a:r>
              <a:rPr lang="en-US" dirty="0" err="1">
                <a:highlight>
                  <a:schemeClr val="lt1"/>
                </a:highlight>
              </a:rPr>
              <a:t>catatan</a:t>
            </a:r>
            <a:r>
              <a:rPr lang="en-US" dirty="0">
                <a:highlight>
                  <a:schemeClr val="lt1"/>
                </a:highlight>
              </a:rPr>
              <a:t> </a:t>
            </a:r>
            <a:r>
              <a:rPr lang="en-US" dirty="0" err="1">
                <a:highlight>
                  <a:schemeClr val="lt1"/>
                </a:highlight>
              </a:rPr>
              <a:t>masuk</a:t>
            </a:r>
            <a:r>
              <a:rPr lang="en-US" dirty="0">
                <a:highlight>
                  <a:schemeClr val="lt1"/>
                </a:highlight>
              </a:rPr>
              <a:t> </a:t>
            </a:r>
            <a:r>
              <a:rPr lang="en-US" dirty="0" err="1">
                <a:highlight>
                  <a:schemeClr val="lt1"/>
                </a:highlight>
              </a:rPr>
              <a:t>siswa</a:t>
            </a:r>
            <a:r>
              <a:rPr lang="en-US" dirty="0">
                <a:highlight>
                  <a:schemeClr val="lt1"/>
                </a:highlight>
              </a:rPr>
              <a:t> </a:t>
            </a:r>
            <a:r>
              <a:rPr lang="en-US" dirty="0" err="1">
                <a:highlight>
                  <a:schemeClr val="lt1"/>
                </a:highlight>
              </a:rPr>
              <a:t>tersebut</a:t>
            </a:r>
            <a:r>
              <a:rPr lang="en-US" dirty="0">
                <a:highlight>
                  <a:schemeClr val="lt1"/>
                </a:highlight>
              </a:rPr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9124723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60"/>
          <p:cNvSpPr txBox="1">
            <a:spLocks noGrp="1"/>
          </p:cNvSpPr>
          <p:nvPr>
            <p:ph type="title"/>
          </p:nvPr>
        </p:nvSpPr>
        <p:spPr>
          <a:xfrm>
            <a:off x="5292000" y="2212804"/>
            <a:ext cx="3173400" cy="55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Produk Kami</a:t>
            </a:r>
            <a:endParaRPr dirty="0"/>
          </a:p>
        </p:txBody>
      </p:sp>
      <p:sp>
        <p:nvSpPr>
          <p:cNvPr id="777" name="Google Shape;777;p60"/>
          <p:cNvSpPr txBox="1">
            <a:spLocks noGrp="1"/>
          </p:cNvSpPr>
          <p:nvPr>
            <p:ph type="title" idx="2"/>
          </p:nvPr>
        </p:nvSpPr>
        <p:spPr>
          <a:xfrm>
            <a:off x="5292001" y="1625200"/>
            <a:ext cx="1724100" cy="841800"/>
          </a:xfrm>
          <a:prstGeom prst="rect">
            <a:avLst/>
          </a:prstGeom>
        </p:spPr>
        <p:txBody>
          <a:bodyPr spcFirstLastPara="1" wrap="square" lIns="91425" tIns="0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778" name="Google Shape;778;p60"/>
          <p:cNvSpPr/>
          <p:nvPr/>
        </p:nvSpPr>
        <p:spPr>
          <a:xfrm>
            <a:off x="-75425" y="1582600"/>
            <a:ext cx="4267800" cy="276450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D0000"/>
              </a:solidFill>
            </a:endParaRPr>
          </a:p>
        </p:txBody>
      </p:sp>
      <p:cxnSp>
        <p:nvCxnSpPr>
          <p:cNvPr id="780" name="Google Shape;780;p60">
            <a:hlinkClick r:id="" action="ppaction://hlinkshowjump?jump=nextslide"/>
          </p:cNvPr>
          <p:cNvCxnSpPr/>
          <p:nvPr/>
        </p:nvCxnSpPr>
        <p:spPr>
          <a:xfrm>
            <a:off x="8643950" y="303450"/>
            <a:ext cx="2622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81" name="Google Shape;781;p60">
            <a:hlinkClick r:id="" action="ppaction://hlinkshowjump?jump=previousslide"/>
          </p:cNvPr>
          <p:cNvCxnSpPr/>
          <p:nvPr/>
        </p:nvCxnSpPr>
        <p:spPr>
          <a:xfrm rot="10800000">
            <a:off x="232775" y="303450"/>
            <a:ext cx="2622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82" name="Google Shape;782;p60"/>
          <p:cNvSpPr txBox="1">
            <a:spLocks noGrp="1"/>
          </p:cNvSpPr>
          <p:nvPr>
            <p:ph type="subTitle" idx="1"/>
          </p:nvPr>
        </p:nvSpPr>
        <p:spPr>
          <a:xfrm>
            <a:off x="5292000" y="2964850"/>
            <a:ext cx="3027300" cy="55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Gambaran Produk yang kami tawarkan</a:t>
            </a:r>
            <a:endParaRPr dirty="0"/>
          </a:p>
        </p:txBody>
      </p:sp>
      <p:cxnSp>
        <p:nvCxnSpPr>
          <p:cNvPr id="783" name="Google Shape;783;p60"/>
          <p:cNvCxnSpPr/>
          <p:nvPr/>
        </p:nvCxnSpPr>
        <p:spPr>
          <a:xfrm>
            <a:off x="5039175" y="1625200"/>
            <a:ext cx="0" cy="2961300"/>
          </a:xfrm>
          <a:prstGeom prst="straightConnector1">
            <a:avLst/>
          </a:prstGeom>
          <a:noFill/>
          <a:ln w="762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050" name="Picture 2" descr="Pengertian Produk Jenis Klasifikasi Dan Tingkatan Produk Terlengkap - Riset">
            <a:extLst>
              <a:ext uri="{FF2B5EF4-FFF2-40B4-BE49-F238E27FC236}">
                <a16:creationId xmlns:a16="http://schemas.microsoft.com/office/drawing/2014/main" id="{0F9B10BE-1FC3-3DA9-EE48-8D978316E0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592924"/>
            <a:ext cx="4192374" cy="2754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4"/>
          <p:cNvSpPr/>
          <p:nvPr/>
        </p:nvSpPr>
        <p:spPr>
          <a:xfrm>
            <a:off x="4165275" y="991250"/>
            <a:ext cx="4138200" cy="318810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D0000"/>
              </a:solidFill>
            </a:endParaRPr>
          </a:p>
        </p:txBody>
      </p:sp>
      <p:sp>
        <p:nvSpPr>
          <p:cNvPr id="341" name="Google Shape;341;p44"/>
          <p:cNvSpPr txBox="1">
            <a:spLocks noGrp="1"/>
          </p:cNvSpPr>
          <p:nvPr>
            <p:ph type="title"/>
          </p:nvPr>
        </p:nvSpPr>
        <p:spPr>
          <a:xfrm>
            <a:off x="667570" y="1731919"/>
            <a:ext cx="3074408" cy="94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FAS</a:t>
            </a:r>
            <a:endParaRPr dirty="0"/>
          </a:p>
        </p:txBody>
      </p:sp>
      <p:sp>
        <p:nvSpPr>
          <p:cNvPr id="342" name="Google Shape;342;p44"/>
          <p:cNvSpPr txBox="1">
            <a:spLocks noGrp="1"/>
          </p:cNvSpPr>
          <p:nvPr>
            <p:ph type="subTitle" idx="1"/>
          </p:nvPr>
        </p:nvSpPr>
        <p:spPr>
          <a:xfrm>
            <a:off x="732115" y="2657501"/>
            <a:ext cx="3368615" cy="1412493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Produk Kami :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-Autentikasi Sidik Jari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-Dashboard untuk Guru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-Aplikasi untuk Siswa</a:t>
            </a:r>
            <a:endParaRPr dirty="0"/>
          </a:p>
        </p:txBody>
      </p:sp>
      <p:cxnSp>
        <p:nvCxnSpPr>
          <p:cNvPr id="343" name="Google Shape;343;p44">
            <a:hlinkClick r:id="" action="ppaction://hlinkshowjump?jump=nextslide"/>
          </p:cNvPr>
          <p:cNvCxnSpPr/>
          <p:nvPr/>
        </p:nvCxnSpPr>
        <p:spPr>
          <a:xfrm>
            <a:off x="8643950" y="303450"/>
            <a:ext cx="2622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44" name="Google Shape;344;p44">
            <a:hlinkClick r:id="" action="ppaction://hlinkshowjump?jump=previousslide"/>
          </p:cNvPr>
          <p:cNvCxnSpPr/>
          <p:nvPr/>
        </p:nvCxnSpPr>
        <p:spPr>
          <a:xfrm rot="10800000">
            <a:off x="232775" y="303450"/>
            <a:ext cx="2622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BF7B547C-13E4-254A-3413-FE5063156E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4365" y="1101763"/>
            <a:ext cx="1579542" cy="157954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5F69171-FBCF-BAA7-DFE9-73E406276A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1516" y="2791817"/>
            <a:ext cx="2453197" cy="127835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D04795E-2310-7A49-621E-EA8564DB2D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4740" y="1224174"/>
            <a:ext cx="1925107" cy="1347576"/>
          </a:xfrm>
          <a:prstGeom prst="rect">
            <a:avLst/>
          </a:prstGeom>
        </p:spPr>
      </p:pic>
      <p:sp>
        <p:nvSpPr>
          <p:cNvPr id="9" name="Google Shape;342;p44">
            <a:extLst>
              <a:ext uri="{FF2B5EF4-FFF2-40B4-BE49-F238E27FC236}">
                <a16:creationId xmlns:a16="http://schemas.microsoft.com/office/drawing/2014/main" id="{07FCDF10-8C0D-AABA-0A8F-C3566E667071}"/>
              </a:ext>
            </a:extLst>
          </p:cNvPr>
          <p:cNvSpPr txBox="1">
            <a:spLocks/>
          </p:cNvSpPr>
          <p:nvPr/>
        </p:nvSpPr>
        <p:spPr>
          <a:xfrm>
            <a:off x="6441422" y="4289862"/>
            <a:ext cx="1549639" cy="24685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Josefin Sans"/>
              <a:buNone/>
              <a:defRPr sz="21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"/>
              <a:buNone/>
              <a:defRPr sz="1400" b="0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 Light"/>
              <a:buNone/>
              <a:defRPr sz="1400" b="0" i="0" u="none" strike="noStrike" cap="none">
                <a:solidFill>
                  <a:schemeClr val="dk1"/>
                </a:solidFill>
                <a:latin typeface="Josefin Sans Light"/>
                <a:ea typeface="Josefin Sans Light"/>
                <a:cs typeface="Josefin Sans Light"/>
                <a:sym typeface="Josefin Sans Ligh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 ExtraLight"/>
              <a:buNone/>
              <a:defRPr sz="1400" b="0" i="0" u="none" strike="noStrike" cap="none">
                <a:solidFill>
                  <a:schemeClr val="dk1"/>
                </a:solidFill>
                <a:latin typeface="Josefin Sans ExtraLight"/>
                <a:ea typeface="Josefin Sans ExtraLight"/>
                <a:cs typeface="Josefin Sans ExtraLight"/>
                <a:sym typeface="Josefin Sans ExtraLight"/>
              </a:defRPr>
            </a:lvl4pPr>
            <a:lvl5pPr marL="2286000" marR="0" lvl="4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 ExtraLight"/>
              <a:buNone/>
              <a:defRPr sz="1300" b="0" i="0" u="none" strike="noStrike" cap="none">
                <a:solidFill>
                  <a:schemeClr val="dk1"/>
                </a:solidFill>
                <a:latin typeface="Josefin Sans ExtraLight"/>
                <a:ea typeface="Josefin Sans ExtraLight"/>
                <a:cs typeface="Josefin Sans ExtraLight"/>
                <a:sym typeface="Josefin Sans ExtraLight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 ExtraLight"/>
              <a:buNone/>
              <a:defRPr sz="1200" b="0" i="0" u="none" strike="noStrike" cap="none">
                <a:solidFill>
                  <a:schemeClr val="dk1"/>
                </a:solidFill>
                <a:latin typeface="Josefin Sans ExtraLight"/>
                <a:ea typeface="Josefin Sans ExtraLight"/>
                <a:cs typeface="Josefin Sans ExtraLight"/>
                <a:sym typeface="Josefin Sans ExtraLight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 ExtraLight"/>
              <a:buNone/>
              <a:defRPr sz="1200" b="0" i="0" u="none" strike="noStrike" cap="none">
                <a:solidFill>
                  <a:schemeClr val="dk1"/>
                </a:solidFill>
                <a:latin typeface="Josefin Sans ExtraLight"/>
                <a:ea typeface="Josefin Sans ExtraLight"/>
                <a:cs typeface="Josefin Sans ExtraLight"/>
                <a:sym typeface="Josefin Sans ExtraLight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 ExtraLight"/>
              <a:buNone/>
              <a:defRPr sz="1200" b="0" i="0" u="none" strike="noStrike" cap="none">
                <a:solidFill>
                  <a:schemeClr val="dk1"/>
                </a:solidFill>
                <a:latin typeface="Josefin Sans ExtraLight"/>
                <a:ea typeface="Josefin Sans ExtraLight"/>
                <a:cs typeface="Josefin Sans ExtraLight"/>
                <a:sym typeface="Josefin Sans ExtraLight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 ExtraLight"/>
              <a:buNone/>
              <a:defRPr sz="1200" b="0" i="0" u="none" strike="noStrike" cap="none">
                <a:solidFill>
                  <a:schemeClr val="dk1"/>
                </a:solidFill>
                <a:latin typeface="Josefin Sans ExtraLight"/>
                <a:ea typeface="Josefin Sans ExtraLight"/>
                <a:cs typeface="Josefin Sans ExtraLight"/>
                <a:sym typeface="Josefin Sans ExtraLight"/>
              </a:defRPr>
            </a:lvl9pPr>
          </a:lstStyle>
          <a:p>
            <a:pPr indent="0"/>
            <a:r>
              <a:rPr lang="en-ID" sz="1200" dirty="0"/>
              <a:t>*Gambaran </a:t>
            </a:r>
            <a:r>
              <a:rPr lang="en-ID" sz="1200" dirty="0" err="1"/>
              <a:t>kasar</a:t>
            </a:r>
            <a:endParaRPr lang="en-ID" sz="1200" dirty="0"/>
          </a:p>
        </p:txBody>
      </p:sp>
    </p:spTree>
  </p:cSld>
  <p:clrMapOvr>
    <a:masterClrMapping/>
  </p:clrMapOvr>
  <p:transition spd="med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9A9272BF-3F9D-A1F3-5A70-62FDCD2D9BB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2400" b="1"/>
              <a:t>Rincian Produk</a:t>
            </a:r>
            <a:endParaRPr lang="en-ID" sz="2400" b="1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75D0B71C-2526-ADCA-9616-83F0ECD894B3}"/>
              </a:ext>
            </a:extLst>
          </p:cNvPr>
          <p:cNvSpPr>
            <a:spLocks noGrp="1"/>
          </p:cNvSpPr>
          <p:nvPr>
            <p:ph type="title" idx="3"/>
          </p:nvPr>
        </p:nvSpPr>
        <p:spPr>
          <a:xfrm>
            <a:off x="2167029" y="1827166"/>
            <a:ext cx="5837100" cy="841800"/>
          </a:xfrm>
        </p:spPr>
        <p:txBody>
          <a:bodyPr/>
          <a:lstStyle/>
          <a:p>
            <a:r>
              <a:rPr lang="en-US"/>
              <a:t>03</a:t>
            </a:r>
            <a:endParaRPr lang="en-ID" dirty="0"/>
          </a:p>
        </p:txBody>
      </p:sp>
      <p:sp>
        <p:nvSpPr>
          <p:cNvPr id="8" name="Subtitle 4">
            <a:extLst>
              <a:ext uri="{FF2B5EF4-FFF2-40B4-BE49-F238E27FC236}">
                <a16:creationId xmlns:a16="http://schemas.microsoft.com/office/drawing/2014/main" id="{C3D11635-DC34-15CD-70B3-A0958A8E19BB}"/>
              </a:ext>
            </a:extLst>
          </p:cNvPr>
          <p:cNvSpPr txBox="1">
            <a:spLocks/>
          </p:cNvSpPr>
          <p:nvPr/>
        </p:nvSpPr>
        <p:spPr>
          <a:xfrm>
            <a:off x="1822472" y="3154488"/>
            <a:ext cx="4942121" cy="1034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Josefin Sans"/>
              <a:buNone/>
              <a:defRPr sz="1800" b="0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"/>
              <a:buNone/>
              <a:defRPr sz="1400" b="0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 Light"/>
              <a:buNone/>
              <a:defRPr sz="1400" b="0" i="0" u="none" strike="noStrike" cap="none">
                <a:solidFill>
                  <a:schemeClr val="dk1"/>
                </a:solidFill>
                <a:latin typeface="Josefin Sans Light"/>
                <a:ea typeface="Josefin Sans Light"/>
                <a:cs typeface="Josefin Sans Light"/>
                <a:sym typeface="Josefin Sans Ligh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 ExtraLight"/>
              <a:buNone/>
              <a:defRPr sz="1400" b="0" i="0" u="none" strike="noStrike" cap="none">
                <a:solidFill>
                  <a:schemeClr val="dk1"/>
                </a:solidFill>
                <a:latin typeface="Josefin Sans ExtraLight"/>
                <a:ea typeface="Josefin Sans ExtraLight"/>
                <a:cs typeface="Josefin Sans ExtraLight"/>
                <a:sym typeface="Josefin Sans ExtraLight"/>
              </a:defRPr>
            </a:lvl4pPr>
            <a:lvl5pPr marL="2286000" marR="0" lvl="4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 ExtraLight"/>
              <a:buNone/>
              <a:defRPr sz="1300" b="0" i="0" u="none" strike="noStrike" cap="none">
                <a:solidFill>
                  <a:schemeClr val="dk1"/>
                </a:solidFill>
                <a:latin typeface="Josefin Sans ExtraLight"/>
                <a:ea typeface="Josefin Sans ExtraLight"/>
                <a:cs typeface="Josefin Sans ExtraLight"/>
                <a:sym typeface="Josefin Sans ExtraLight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 ExtraLight"/>
              <a:buNone/>
              <a:defRPr sz="1200" b="0" i="0" u="none" strike="noStrike" cap="none">
                <a:solidFill>
                  <a:schemeClr val="dk1"/>
                </a:solidFill>
                <a:latin typeface="Josefin Sans ExtraLight"/>
                <a:ea typeface="Josefin Sans ExtraLight"/>
                <a:cs typeface="Josefin Sans ExtraLight"/>
                <a:sym typeface="Josefin Sans ExtraLight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 ExtraLight"/>
              <a:buNone/>
              <a:defRPr sz="1200" b="0" i="0" u="none" strike="noStrike" cap="none">
                <a:solidFill>
                  <a:schemeClr val="dk1"/>
                </a:solidFill>
                <a:latin typeface="Josefin Sans ExtraLight"/>
                <a:ea typeface="Josefin Sans ExtraLight"/>
                <a:cs typeface="Josefin Sans ExtraLight"/>
                <a:sym typeface="Josefin Sans ExtraLight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 ExtraLight"/>
              <a:buNone/>
              <a:defRPr sz="1200" b="0" i="0" u="none" strike="noStrike" cap="none">
                <a:solidFill>
                  <a:schemeClr val="dk1"/>
                </a:solidFill>
                <a:latin typeface="Josefin Sans ExtraLight"/>
                <a:ea typeface="Josefin Sans ExtraLight"/>
                <a:cs typeface="Josefin Sans ExtraLight"/>
                <a:sym typeface="Josefin Sans ExtraLight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 ExtraLight"/>
              <a:buNone/>
              <a:defRPr sz="1200" b="0" i="0" u="none" strike="noStrike" cap="none">
                <a:solidFill>
                  <a:schemeClr val="dk1"/>
                </a:solidFill>
                <a:latin typeface="Josefin Sans ExtraLight"/>
                <a:ea typeface="Josefin Sans ExtraLight"/>
                <a:cs typeface="Josefin Sans ExtraLight"/>
                <a:sym typeface="Josefin Sans ExtraLight"/>
              </a:defRPr>
            </a:lvl9pPr>
          </a:lstStyle>
          <a:p>
            <a:r>
              <a:rPr lang="en-US"/>
              <a:t>Ketahui apa saja yang ada di produk kami!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711714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48"/>
          <p:cNvSpPr/>
          <p:nvPr/>
        </p:nvSpPr>
        <p:spPr>
          <a:xfrm>
            <a:off x="5420350" y="712350"/>
            <a:ext cx="2544000" cy="361080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D0000"/>
              </a:solidFill>
            </a:endParaRPr>
          </a:p>
        </p:txBody>
      </p:sp>
      <p:sp>
        <p:nvSpPr>
          <p:cNvPr id="395" name="Google Shape;395;p48"/>
          <p:cNvSpPr txBox="1">
            <a:spLocks noGrp="1"/>
          </p:cNvSpPr>
          <p:nvPr>
            <p:ph type="title"/>
          </p:nvPr>
        </p:nvSpPr>
        <p:spPr>
          <a:xfrm>
            <a:off x="692450" y="913800"/>
            <a:ext cx="3796500" cy="123646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/>
              <a:t>Autentikasi Sidik Jari</a:t>
            </a:r>
            <a:endParaRPr lang="en-ID" dirty="0">
              <a:solidFill>
                <a:schemeClr val="accent2"/>
              </a:solidFill>
            </a:endParaRPr>
          </a:p>
        </p:txBody>
      </p:sp>
      <p:cxnSp>
        <p:nvCxnSpPr>
          <p:cNvPr id="397" name="Google Shape;397;p48">
            <a:hlinkClick r:id="" action="ppaction://hlinkshowjump?jump=nextslide"/>
          </p:cNvPr>
          <p:cNvCxnSpPr/>
          <p:nvPr/>
        </p:nvCxnSpPr>
        <p:spPr>
          <a:xfrm>
            <a:off x="8643950" y="303450"/>
            <a:ext cx="2622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98" name="Google Shape;398;p48">
            <a:hlinkClick r:id="" action="ppaction://hlinkshowjump?jump=previousslide"/>
          </p:cNvPr>
          <p:cNvCxnSpPr/>
          <p:nvPr/>
        </p:nvCxnSpPr>
        <p:spPr>
          <a:xfrm rot="10800000">
            <a:off x="232775" y="303450"/>
            <a:ext cx="2622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99" name="Google Shape;399;p48"/>
          <p:cNvSpPr txBox="1">
            <a:spLocks noGrp="1"/>
          </p:cNvSpPr>
          <p:nvPr>
            <p:ph type="title" idx="2"/>
          </p:nvPr>
        </p:nvSpPr>
        <p:spPr>
          <a:xfrm>
            <a:off x="146725" y="4789139"/>
            <a:ext cx="3027300" cy="2292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Deskripsi</a:t>
            </a:r>
            <a:endParaRPr dirty="0"/>
          </a:p>
        </p:txBody>
      </p:sp>
      <p:sp>
        <p:nvSpPr>
          <p:cNvPr id="400" name="Google Shape;400;p48"/>
          <p:cNvSpPr txBox="1">
            <a:spLocks noGrp="1"/>
          </p:cNvSpPr>
          <p:nvPr>
            <p:ph type="title" idx="3"/>
          </p:nvPr>
        </p:nvSpPr>
        <p:spPr>
          <a:xfrm>
            <a:off x="146725" y="4719850"/>
            <a:ext cx="1689000" cy="1605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37DFE7F-BF48-393E-A6CB-51D69CE304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962" t="15606" r="19267" b="19998"/>
          <a:stretch/>
        </p:blipFill>
        <p:spPr>
          <a:xfrm>
            <a:off x="4623029" y="1146268"/>
            <a:ext cx="3843995" cy="2850963"/>
          </a:xfrm>
          <a:prstGeom prst="rect">
            <a:avLst/>
          </a:prstGeom>
        </p:spPr>
      </p:pic>
      <p:sp>
        <p:nvSpPr>
          <p:cNvPr id="396" name="Google Shape;396;p48"/>
          <p:cNvSpPr txBox="1">
            <a:spLocks noGrp="1"/>
          </p:cNvSpPr>
          <p:nvPr>
            <p:ph type="subTitle" idx="1"/>
          </p:nvPr>
        </p:nvSpPr>
        <p:spPr>
          <a:xfrm>
            <a:off x="629480" y="2263157"/>
            <a:ext cx="3411578" cy="166089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b="1">
                <a:highlight>
                  <a:schemeClr val="lt1"/>
                </a:highlight>
              </a:rPr>
              <a:t>Mengupdate</a:t>
            </a:r>
            <a:r>
              <a:rPr lang="en-US">
                <a:highlight>
                  <a:schemeClr val="lt1"/>
                </a:highlight>
              </a:rPr>
              <a:t> sidik jari yang ada di database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b="1">
                <a:highlight>
                  <a:schemeClr val="lt1"/>
                </a:highlight>
              </a:rPr>
              <a:t>Check in </a:t>
            </a:r>
            <a:r>
              <a:rPr lang="en-US">
                <a:highlight>
                  <a:schemeClr val="lt1"/>
                </a:highlight>
              </a:rPr>
              <a:t>dan </a:t>
            </a:r>
            <a:r>
              <a:rPr lang="en-US" b="1">
                <a:highlight>
                  <a:schemeClr val="lt1"/>
                </a:highlight>
              </a:rPr>
              <a:t>check out </a:t>
            </a:r>
            <a:r>
              <a:rPr lang="en-US">
                <a:highlight>
                  <a:schemeClr val="lt1"/>
                </a:highlight>
              </a:rPr>
              <a:t>untuk absens</a:t>
            </a:r>
            <a:endParaRPr lang="en-US" dirty="0">
              <a:highlight>
                <a:schemeClr val="lt1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179820530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48"/>
          <p:cNvSpPr/>
          <p:nvPr/>
        </p:nvSpPr>
        <p:spPr>
          <a:xfrm>
            <a:off x="5420350" y="712350"/>
            <a:ext cx="2544000" cy="361080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D0000"/>
              </a:solidFill>
            </a:endParaRPr>
          </a:p>
        </p:txBody>
      </p:sp>
      <p:sp>
        <p:nvSpPr>
          <p:cNvPr id="395" name="Google Shape;395;p48"/>
          <p:cNvSpPr txBox="1">
            <a:spLocks noGrp="1"/>
          </p:cNvSpPr>
          <p:nvPr>
            <p:ph type="title"/>
          </p:nvPr>
        </p:nvSpPr>
        <p:spPr>
          <a:xfrm>
            <a:off x="692450" y="913800"/>
            <a:ext cx="3796500" cy="123646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/>
              <a:t>Dashboard Website</a:t>
            </a:r>
            <a:endParaRPr lang="en-ID" dirty="0">
              <a:solidFill>
                <a:schemeClr val="accent2"/>
              </a:solidFill>
            </a:endParaRPr>
          </a:p>
        </p:txBody>
      </p:sp>
      <p:cxnSp>
        <p:nvCxnSpPr>
          <p:cNvPr id="397" name="Google Shape;397;p48">
            <a:hlinkClick r:id="" action="ppaction://hlinkshowjump?jump=nextslide"/>
          </p:cNvPr>
          <p:cNvCxnSpPr/>
          <p:nvPr/>
        </p:nvCxnSpPr>
        <p:spPr>
          <a:xfrm>
            <a:off x="8643950" y="303450"/>
            <a:ext cx="2622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98" name="Google Shape;398;p48">
            <a:hlinkClick r:id="" action="ppaction://hlinkshowjump?jump=previousslide"/>
          </p:cNvPr>
          <p:cNvCxnSpPr/>
          <p:nvPr/>
        </p:nvCxnSpPr>
        <p:spPr>
          <a:xfrm rot="10800000">
            <a:off x="232775" y="303450"/>
            <a:ext cx="2622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99" name="Google Shape;399;p48"/>
          <p:cNvSpPr txBox="1">
            <a:spLocks noGrp="1"/>
          </p:cNvSpPr>
          <p:nvPr>
            <p:ph type="title" idx="2"/>
          </p:nvPr>
        </p:nvSpPr>
        <p:spPr>
          <a:xfrm>
            <a:off x="146725" y="4789139"/>
            <a:ext cx="3027300" cy="2292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Deskripsi</a:t>
            </a:r>
            <a:endParaRPr dirty="0"/>
          </a:p>
        </p:txBody>
      </p:sp>
      <p:sp>
        <p:nvSpPr>
          <p:cNvPr id="400" name="Google Shape;400;p48"/>
          <p:cNvSpPr txBox="1">
            <a:spLocks noGrp="1"/>
          </p:cNvSpPr>
          <p:nvPr>
            <p:ph type="title" idx="3"/>
          </p:nvPr>
        </p:nvSpPr>
        <p:spPr>
          <a:xfrm>
            <a:off x="146725" y="4719850"/>
            <a:ext cx="1689000" cy="1605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396" name="Google Shape;396;p48"/>
          <p:cNvSpPr txBox="1">
            <a:spLocks noGrp="1"/>
          </p:cNvSpPr>
          <p:nvPr>
            <p:ph type="subTitle" idx="1"/>
          </p:nvPr>
        </p:nvSpPr>
        <p:spPr>
          <a:xfrm>
            <a:off x="629480" y="2263157"/>
            <a:ext cx="3859470" cy="123646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>
                <a:highlight>
                  <a:schemeClr val="lt1"/>
                </a:highlight>
              </a:rPr>
              <a:t>Pengolahan Data Absensi Siswa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>
                <a:highlight>
                  <a:schemeClr val="lt1"/>
                </a:highlight>
              </a:rPr>
              <a:t>Pengolahan Data Diri Siswa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>
                <a:highlight>
                  <a:schemeClr val="lt1"/>
                </a:highlight>
              </a:rPr>
              <a:t>Grafik dan Rekap Absensi Siswa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>
                <a:highlight>
                  <a:schemeClr val="lt1"/>
                </a:highlight>
              </a:rPr>
              <a:t>Menentukan Jadwal di Setiap Kelas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0FB8709-C178-F140-EC7A-C7CAEF7ED8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227" y="1477390"/>
            <a:ext cx="4248823" cy="2188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9584798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48"/>
          <p:cNvSpPr/>
          <p:nvPr/>
        </p:nvSpPr>
        <p:spPr>
          <a:xfrm>
            <a:off x="5420350" y="712350"/>
            <a:ext cx="2544000" cy="361080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D0000"/>
              </a:solidFill>
            </a:endParaRPr>
          </a:p>
        </p:txBody>
      </p:sp>
      <p:sp>
        <p:nvSpPr>
          <p:cNvPr id="395" name="Google Shape;395;p48"/>
          <p:cNvSpPr txBox="1">
            <a:spLocks noGrp="1"/>
          </p:cNvSpPr>
          <p:nvPr>
            <p:ph type="title"/>
          </p:nvPr>
        </p:nvSpPr>
        <p:spPr>
          <a:xfrm>
            <a:off x="692450" y="913800"/>
            <a:ext cx="3879550" cy="123646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dirty="0" err="1"/>
              <a:t>Aplikasi</a:t>
            </a:r>
            <a:r>
              <a:rPr lang="en-ID" dirty="0"/>
              <a:t> Android FAS</a:t>
            </a:r>
            <a:endParaRPr lang="en-ID" dirty="0">
              <a:solidFill>
                <a:schemeClr val="accent2"/>
              </a:solidFill>
            </a:endParaRPr>
          </a:p>
        </p:txBody>
      </p:sp>
      <p:cxnSp>
        <p:nvCxnSpPr>
          <p:cNvPr id="397" name="Google Shape;397;p48">
            <a:hlinkClick r:id="" action="ppaction://hlinkshowjump?jump=nextslide"/>
          </p:cNvPr>
          <p:cNvCxnSpPr/>
          <p:nvPr/>
        </p:nvCxnSpPr>
        <p:spPr>
          <a:xfrm>
            <a:off x="8643950" y="303450"/>
            <a:ext cx="2622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98" name="Google Shape;398;p48">
            <a:hlinkClick r:id="" action="ppaction://hlinkshowjump?jump=previousslide"/>
          </p:cNvPr>
          <p:cNvCxnSpPr/>
          <p:nvPr/>
        </p:nvCxnSpPr>
        <p:spPr>
          <a:xfrm rot="10800000">
            <a:off x="232775" y="303450"/>
            <a:ext cx="2622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99" name="Google Shape;399;p48"/>
          <p:cNvSpPr txBox="1">
            <a:spLocks noGrp="1"/>
          </p:cNvSpPr>
          <p:nvPr>
            <p:ph type="title" idx="2"/>
          </p:nvPr>
        </p:nvSpPr>
        <p:spPr>
          <a:xfrm>
            <a:off x="146725" y="4789139"/>
            <a:ext cx="3027300" cy="2292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Deskripsi</a:t>
            </a:r>
            <a:endParaRPr dirty="0"/>
          </a:p>
        </p:txBody>
      </p:sp>
      <p:sp>
        <p:nvSpPr>
          <p:cNvPr id="400" name="Google Shape;400;p48"/>
          <p:cNvSpPr txBox="1">
            <a:spLocks noGrp="1"/>
          </p:cNvSpPr>
          <p:nvPr>
            <p:ph type="title" idx="3"/>
          </p:nvPr>
        </p:nvSpPr>
        <p:spPr>
          <a:xfrm>
            <a:off x="146725" y="4719850"/>
            <a:ext cx="1689000" cy="1605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396" name="Google Shape;396;p48"/>
          <p:cNvSpPr txBox="1">
            <a:spLocks noGrp="1"/>
          </p:cNvSpPr>
          <p:nvPr>
            <p:ph type="subTitle" idx="1"/>
          </p:nvPr>
        </p:nvSpPr>
        <p:spPr>
          <a:xfrm>
            <a:off x="575162" y="2112446"/>
            <a:ext cx="7389188" cy="231870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/>
              <a:t>Halaman Utama -</a:t>
            </a:r>
            <a:r>
              <a:rPr lang="en-US"/>
              <a:t> Menampilkan foto profil dan nama pengguna, Menampilkan Riwayat masuk, izin, dan alpha selama rentang waktu tertentu, dan Navigasi ke halaman lain.</a:t>
            </a:r>
          </a:p>
          <a:p>
            <a:r>
              <a:rPr lang="en-US" b="1"/>
              <a:t>Halaman Riwayat - </a:t>
            </a:r>
            <a:r>
              <a:rPr lang="en-US"/>
              <a:t>Menampilkan seluruh riwayat absensi.</a:t>
            </a:r>
          </a:p>
          <a:p>
            <a:r>
              <a:rPr lang="en-US" b="1"/>
              <a:t>Halaman Siswa - </a:t>
            </a:r>
            <a:r>
              <a:rPr lang="en-US"/>
              <a:t>Menampilkan seluruh siswa di kelas.</a:t>
            </a:r>
          </a:p>
          <a:p>
            <a:r>
              <a:rPr lang="en-US" b="1"/>
              <a:t>Halaman Izin - </a:t>
            </a:r>
            <a:r>
              <a:rPr lang="en-US"/>
              <a:t>Menampilkan seluruh siswa yang izin dalam hari itu dan hari sebelumnya, serta ada tombol untuk form siswa izin.</a:t>
            </a:r>
          </a:p>
          <a:p>
            <a:r>
              <a:rPr lang="en-US" b="1"/>
              <a:t>Halaman Jadwal - </a:t>
            </a:r>
            <a:r>
              <a:rPr lang="en-US"/>
              <a:t>Menampilkan jadwal sesuai kelas.</a:t>
            </a:r>
          </a:p>
          <a:p>
            <a:r>
              <a:rPr lang="en-US" b="1"/>
              <a:t>Halaman Profil - </a:t>
            </a:r>
            <a:r>
              <a:rPr lang="en-US"/>
              <a:t>Seperti halaman setting</a:t>
            </a:r>
          </a:p>
        </p:txBody>
      </p:sp>
    </p:spTree>
    <p:extLst>
      <p:ext uri="{BB962C8B-B14F-4D97-AF65-F5344CB8AC3E}">
        <p14:creationId xmlns:p14="http://schemas.microsoft.com/office/powerpoint/2010/main" val="66367041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45"/>
          <p:cNvSpPr txBox="1">
            <a:spLocks noGrp="1"/>
          </p:cNvSpPr>
          <p:nvPr>
            <p:ph type="title" idx="15"/>
          </p:nvPr>
        </p:nvSpPr>
        <p:spPr>
          <a:xfrm>
            <a:off x="-249745" y="1999050"/>
            <a:ext cx="6202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Wireframe Desain Aplikasi</a:t>
            </a:r>
            <a:endParaRPr dirty="0"/>
          </a:p>
        </p:txBody>
      </p:sp>
      <p:cxnSp>
        <p:nvCxnSpPr>
          <p:cNvPr id="366" name="Google Shape;366;p45">
            <a:hlinkClick r:id="" action="ppaction://hlinkshowjump?jump=nextslide"/>
          </p:cNvPr>
          <p:cNvCxnSpPr/>
          <p:nvPr/>
        </p:nvCxnSpPr>
        <p:spPr>
          <a:xfrm>
            <a:off x="8643950" y="303450"/>
            <a:ext cx="2622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67" name="Google Shape;367;p45">
            <a:hlinkClick r:id="" action="ppaction://hlinkshowjump?jump=previousslide"/>
          </p:cNvPr>
          <p:cNvCxnSpPr/>
          <p:nvPr/>
        </p:nvCxnSpPr>
        <p:spPr>
          <a:xfrm rot="10800000">
            <a:off x="232775" y="303450"/>
            <a:ext cx="2622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5F4C10BC-1ECD-8734-EC0A-BB1F66A01C7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4274" t="19670" r="45897" b="5164"/>
          <a:stretch/>
        </p:blipFill>
        <p:spPr>
          <a:xfrm>
            <a:off x="5837090" y="303450"/>
            <a:ext cx="1927123" cy="4103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8917733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45"/>
          <p:cNvSpPr txBox="1">
            <a:spLocks noGrp="1"/>
          </p:cNvSpPr>
          <p:nvPr>
            <p:ph type="title" idx="15"/>
          </p:nvPr>
        </p:nvSpPr>
        <p:spPr>
          <a:xfrm>
            <a:off x="1470900" y="481120"/>
            <a:ext cx="6202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Usecase</a:t>
            </a:r>
            <a:endParaRPr dirty="0"/>
          </a:p>
        </p:txBody>
      </p:sp>
      <p:cxnSp>
        <p:nvCxnSpPr>
          <p:cNvPr id="366" name="Google Shape;366;p45">
            <a:hlinkClick r:id="" action="ppaction://hlinkshowjump?jump=nextslide"/>
          </p:cNvPr>
          <p:cNvCxnSpPr/>
          <p:nvPr/>
        </p:nvCxnSpPr>
        <p:spPr>
          <a:xfrm>
            <a:off x="8643950" y="303450"/>
            <a:ext cx="2622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67" name="Google Shape;367;p45">
            <a:hlinkClick r:id="" action="ppaction://hlinkshowjump?jump=previousslide"/>
          </p:cNvPr>
          <p:cNvCxnSpPr/>
          <p:nvPr/>
        </p:nvCxnSpPr>
        <p:spPr>
          <a:xfrm rot="10800000">
            <a:off x="232775" y="303450"/>
            <a:ext cx="2622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5094687F-EB12-7CA9-214F-7D07545DB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1047" y="1240708"/>
            <a:ext cx="6701905" cy="3262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874330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45"/>
          <p:cNvSpPr txBox="1">
            <a:spLocks noGrp="1"/>
          </p:cNvSpPr>
          <p:nvPr>
            <p:ph type="title" idx="15"/>
          </p:nvPr>
        </p:nvSpPr>
        <p:spPr>
          <a:xfrm>
            <a:off x="1470900" y="481120"/>
            <a:ext cx="6202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Database Structure</a:t>
            </a:r>
            <a:endParaRPr dirty="0"/>
          </a:p>
        </p:txBody>
      </p:sp>
      <p:cxnSp>
        <p:nvCxnSpPr>
          <p:cNvPr id="366" name="Google Shape;366;p45">
            <a:hlinkClick r:id="" action="ppaction://hlinkshowjump?jump=nextslide"/>
          </p:cNvPr>
          <p:cNvCxnSpPr/>
          <p:nvPr/>
        </p:nvCxnSpPr>
        <p:spPr>
          <a:xfrm>
            <a:off x="8643950" y="303450"/>
            <a:ext cx="2622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67" name="Google Shape;367;p45">
            <a:hlinkClick r:id="" action="ppaction://hlinkshowjump?jump=previousslide"/>
          </p:cNvPr>
          <p:cNvCxnSpPr/>
          <p:nvPr/>
        </p:nvCxnSpPr>
        <p:spPr>
          <a:xfrm rot="10800000">
            <a:off x="232775" y="303450"/>
            <a:ext cx="2622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203B4ADB-085C-400B-1670-2A714D24F9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0900" y="1053820"/>
            <a:ext cx="5361798" cy="3950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4001182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9A9272BF-3F9D-A1F3-5A70-62FDCD2D9BB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2400" b="1"/>
              <a:t>Rencana kami</a:t>
            </a:r>
            <a:endParaRPr lang="en-ID" sz="2400" b="1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75D0B71C-2526-ADCA-9616-83F0ECD894B3}"/>
              </a:ext>
            </a:extLst>
          </p:cNvPr>
          <p:cNvSpPr>
            <a:spLocks noGrp="1"/>
          </p:cNvSpPr>
          <p:nvPr>
            <p:ph type="title" idx="3"/>
          </p:nvPr>
        </p:nvSpPr>
        <p:spPr>
          <a:xfrm>
            <a:off x="2167029" y="1827166"/>
            <a:ext cx="5837100" cy="841800"/>
          </a:xfrm>
        </p:spPr>
        <p:txBody>
          <a:bodyPr/>
          <a:lstStyle/>
          <a:p>
            <a:r>
              <a:rPr lang="en-US"/>
              <a:t>04</a:t>
            </a:r>
            <a:endParaRPr lang="en-ID" dirty="0"/>
          </a:p>
        </p:txBody>
      </p:sp>
      <p:sp>
        <p:nvSpPr>
          <p:cNvPr id="8" name="Subtitle 4">
            <a:extLst>
              <a:ext uri="{FF2B5EF4-FFF2-40B4-BE49-F238E27FC236}">
                <a16:creationId xmlns:a16="http://schemas.microsoft.com/office/drawing/2014/main" id="{C3D11635-DC34-15CD-70B3-A0958A8E19BB}"/>
              </a:ext>
            </a:extLst>
          </p:cNvPr>
          <p:cNvSpPr txBox="1">
            <a:spLocks/>
          </p:cNvSpPr>
          <p:nvPr/>
        </p:nvSpPr>
        <p:spPr>
          <a:xfrm>
            <a:off x="1560647" y="3209107"/>
            <a:ext cx="5699205" cy="1034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Josefin Sans"/>
              <a:buNone/>
              <a:defRPr sz="1800" b="0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"/>
              <a:buNone/>
              <a:defRPr sz="1400" b="0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 Light"/>
              <a:buNone/>
              <a:defRPr sz="1400" b="0" i="0" u="none" strike="noStrike" cap="none">
                <a:solidFill>
                  <a:schemeClr val="dk1"/>
                </a:solidFill>
                <a:latin typeface="Josefin Sans Light"/>
                <a:ea typeface="Josefin Sans Light"/>
                <a:cs typeface="Josefin Sans Light"/>
                <a:sym typeface="Josefin Sans Ligh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 ExtraLight"/>
              <a:buNone/>
              <a:defRPr sz="1400" b="0" i="0" u="none" strike="noStrike" cap="none">
                <a:solidFill>
                  <a:schemeClr val="dk1"/>
                </a:solidFill>
                <a:latin typeface="Josefin Sans ExtraLight"/>
                <a:ea typeface="Josefin Sans ExtraLight"/>
                <a:cs typeface="Josefin Sans ExtraLight"/>
                <a:sym typeface="Josefin Sans ExtraLight"/>
              </a:defRPr>
            </a:lvl4pPr>
            <a:lvl5pPr marL="2286000" marR="0" lvl="4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 ExtraLight"/>
              <a:buNone/>
              <a:defRPr sz="1300" b="0" i="0" u="none" strike="noStrike" cap="none">
                <a:solidFill>
                  <a:schemeClr val="dk1"/>
                </a:solidFill>
                <a:latin typeface="Josefin Sans ExtraLight"/>
                <a:ea typeface="Josefin Sans ExtraLight"/>
                <a:cs typeface="Josefin Sans ExtraLight"/>
                <a:sym typeface="Josefin Sans ExtraLight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 ExtraLight"/>
              <a:buNone/>
              <a:defRPr sz="1200" b="0" i="0" u="none" strike="noStrike" cap="none">
                <a:solidFill>
                  <a:schemeClr val="dk1"/>
                </a:solidFill>
                <a:latin typeface="Josefin Sans ExtraLight"/>
                <a:ea typeface="Josefin Sans ExtraLight"/>
                <a:cs typeface="Josefin Sans ExtraLight"/>
                <a:sym typeface="Josefin Sans ExtraLight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 ExtraLight"/>
              <a:buNone/>
              <a:defRPr sz="1200" b="0" i="0" u="none" strike="noStrike" cap="none">
                <a:solidFill>
                  <a:schemeClr val="dk1"/>
                </a:solidFill>
                <a:latin typeface="Josefin Sans ExtraLight"/>
                <a:ea typeface="Josefin Sans ExtraLight"/>
                <a:cs typeface="Josefin Sans ExtraLight"/>
                <a:sym typeface="Josefin Sans ExtraLight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 ExtraLight"/>
              <a:buNone/>
              <a:defRPr sz="1200" b="0" i="0" u="none" strike="noStrike" cap="none">
                <a:solidFill>
                  <a:schemeClr val="dk1"/>
                </a:solidFill>
                <a:latin typeface="Josefin Sans ExtraLight"/>
                <a:ea typeface="Josefin Sans ExtraLight"/>
                <a:cs typeface="Josefin Sans ExtraLight"/>
                <a:sym typeface="Josefin Sans ExtraLight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 ExtraLight"/>
              <a:buNone/>
              <a:defRPr sz="1200" b="0" i="0" u="none" strike="noStrike" cap="none">
                <a:solidFill>
                  <a:schemeClr val="dk1"/>
                </a:solidFill>
                <a:latin typeface="Josefin Sans ExtraLight"/>
                <a:ea typeface="Josefin Sans ExtraLight"/>
                <a:cs typeface="Josefin Sans ExtraLight"/>
                <a:sym typeface="Josefin Sans ExtraLight"/>
              </a:defRPr>
            </a:lvl9pPr>
          </a:lstStyle>
          <a:p>
            <a:r>
              <a:rPr lang="en-US"/>
              <a:t>Ketahui apa yang akan kami lakukan kedepannya!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510322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5" name="Google Shape;1285;p73"/>
          <p:cNvSpPr txBox="1">
            <a:spLocks noGrp="1"/>
          </p:cNvSpPr>
          <p:nvPr>
            <p:ph type="subTitle" idx="1"/>
          </p:nvPr>
        </p:nvSpPr>
        <p:spPr>
          <a:xfrm>
            <a:off x="1835949" y="2628600"/>
            <a:ext cx="5472325" cy="29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Apakah ada pertanyaan mengenai aplikasi kami?</a:t>
            </a:r>
            <a:endParaRPr dirty="0"/>
          </a:p>
        </p:txBody>
      </p:sp>
      <p:cxnSp>
        <p:nvCxnSpPr>
          <p:cNvPr id="1286" name="Google Shape;1286;p73">
            <a:hlinkClick r:id="" action="ppaction://hlinkshowjump?jump=nextslide"/>
          </p:cNvPr>
          <p:cNvCxnSpPr/>
          <p:nvPr/>
        </p:nvCxnSpPr>
        <p:spPr>
          <a:xfrm>
            <a:off x="8643950" y="303450"/>
            <a:ext cx="2622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87" name="Google Shape;1287;p73">
            <a:hlinkClick r:id="" action="ppaction://hlinkshowjump?jump=previousslide"/>
          </p:cNvPr>
          <p:cNvCxnSpPr/>
          <p:nvPr/>
        </p:nvCxnSpPr>
        <p:spPr>
          <a:xfrm rot="10800000">
            <a:off x="232775" y="303450"/>
            <a:ext cx="2622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88" name="Google Shape;1288;p73"/>
          <p:cNvSpPr txBox="1">
            <a:spLocks noGrp="1"/>
          </p:cNvSpPr>
          <p:nvPr>
            <p:ph type="title" idx="3"/>
          </p:nvPr>
        </p:nvSpPr>
        <p:spPr>
          <a:xfrm>
            <a:off x="1835725" y="1786800"/>
            <a:ext cx="58371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600" dirty="0"/>
              <a:t>Terima Kasih!</a:t>
            </a:r>
            <a:endParaRPr sz="6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theme/theme1.xml><?xml version="1.0" encoding="utf-8"?>
<a:theme xmlns:a="http://schemas.openxmlformats.org/drawingml/2006/main" name="Macari Company Profile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D9D9D9"/>
      </a:lt2>
      <a:accent1>
        <a:srgbClr val="FD0000"/>
      </a:accent1>
      <a:accent2>
        <a:srgbClr val="F5F5F5"/>
      </a:accent2>
      <a:accent3>
        <a:srgbClr val="BBBBBB"/>
      </a:accent3>
      <a:accent4>
        <a:srgbClr val="000000"/>
      </a:accent4>
      <a:accent5>
        <a:srgbClr val="FD0000"/>
      </a:accent5>
      <a:accent6>
        <a:srgbClr val="FF8D8D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</TotalTime>
  <Words>334</Words>
  <Application>Microsoft Office PowerPoint</Application>
  <PresentationFormat>On-screen Show (16:9)</PresentationFormat>
  <Paragraphs>60</Paragraphs>
  <Slides>16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Josefin Sans Medium</vt:lpstr>
      <vt:lpstr>Josefin Sans</vt:lpstr>
      <vt:lpstr>Open Sans</vt:lpstr>
      <vt:lpstr>Arial</vt:lpstr>
      <vt:lpstr>Josefin Sans Light</vt:lpstr>
      <vt:lpstr>Roboto Condensed Light</vt:lpstr>
      <vt:lpstr>Macari Company Profile by Slidesgo</vt:lpstr>
      <vt:lpstr>Fingerprint Attendance System </vt:lpstr>
      <vt:lpstr>Anggota Kami</vt:lpstr>
      <vt:lpstr>Latar Belakang</vt:lpstr>
      <vt:lpstr>01</vt:lpstr>
      <vt:lpstr>Apa itu FAS?</vt:lpstr>
      <vt:lpstr>Produk Kami</vt:lpstr>
      <vt:lpstr>FAS</vt:lpstr>
      <vt:lpstr>03</vt:lpstr>
      <vt:lpstr>Autentikasi Sidik Jari</vt:lpstr>
      <vt:lpstr>Dashboard Website</vt:lpstr>
      <vt:lpstr>Aplikasi Android FAS</vt:lpstr>
      <vt:lpstr>Wireframe Desain Aplikasi</vt:lpstr>
      <vt:lpstr>Usecase</vt:lpstr>
      <vt:lpstr>Database Structure</vt:lpstr>
      <vt:lpstr>04</vt:lpstr>
      <vt:lpstr>Terima Kasih!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fajar sya bani</dc:creator>
  <cp:lastModifiedBy>Mahiru Chan</cp:lastModifiedBy>
  <cp:revision>7</cp:revision>
  <dcterms:modified xsi:type="dcterms:W3CDTF">2024-11-11T03:39:41Z</dcterms:modified>
</cp:coreProperties>
</file>